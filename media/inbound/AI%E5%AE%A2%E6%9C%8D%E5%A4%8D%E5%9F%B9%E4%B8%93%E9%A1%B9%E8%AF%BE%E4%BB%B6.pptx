
<file path=[Content_Types].xml><?xml version="1.0" encoding="utf-8"?>
<Types xmlns="http://schemas.openxmlformats.org/package/2006/content-types">
  <Default Extension="png" ContentType="image/png"/>
  <Default Extension="jpg" ContentType="image/jpeg"/>
  <Default Extension="svg" ContentType="image/svg+xml"/>
  <Default Extension="rels" ContentType="application/vnd.openxmlformats-package.relationships+xml"/>
  <Default Extension="xml" ContentType="application/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notesSlides/notesSlide3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8.xml" ContentType="application/vnd.openxmlformats-officedocument.presentationml.slide+xml"/>
  <Override PartName="/ppt/theme/theme9.xml" ContentType="application/vnd.openxmlformats-officedocument.theme+xml"/>
  <Override PartName="/ppt/theme/theme6.xml" ContentType="application/vnd.openxmlformats-officedocument.theme+xml"/>
  <Override PartName="/ppt/notesSlides/notesSlide6.xml" ContentType="application/vnd.openxmlformats-officedocument.presentationml.notesSlide+xml"/>
  <Override PartName="/ppt/slideLayouts/slideLayout29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4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5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12.xml" ContentType="application/vnd.openxmlformats-officedocument.theme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7.xml" ContentType="application/vnd.openxmlformats-officedocument.presentationml.slideLayout+xml"/>
  <Override PartName="/ppt/theme/theme15.xml" ContentType="application/vnd.openxmlformats-officedocument.them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3.xml" ContentType="application/vnd.openxmlformats-officedocument.presentationml.slideMaster+xml"/>
  <Override PartName="/ppt/slideLayouts/slideLayout2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3.xml" ContentType="application/vnd.openxmlformats-officedocument.theme+xml"/>
  <Override PartName="/ppt/notesSlides/notesSlide4.xml" ContentType="application/vnd.openxmlformats-officedocument.presentationml.notesSlide+xml"/>
  <Override PartName="/ppt/slideLayouts/slideLayout24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Masters/slideMaster12.xml" ContentType="application/vnd.openxmlformats-officedocument.presentationml.slideMaster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3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5.xml" ContentType="application/vnd.openxmlformats-officedocument.presentationml.slideMaster+xml"/>
  <Override PartName="/ppt/slideLayouts/slideLayout48.xml" ContentType="application/vnd.openxmlformats-officedocument.presentationml.slideLayout+xml"/>
  <Override PartName="/ppt/theme/theme10.xml" ContentType="application/vnd.openxmlformats-officedocument.them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7.xml" ContentType="application/vnd.openxmlformats-officedocument.theme+xml"/>
  <Override PartName="/ppt/theme/theme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3.xml" ContentType="application/vnd.openxmlformats-officedocument.presentationml.slide+xml"/>
  <Override PartName="/ppt/theme/theme11.xml" ContentType="application/vnd.openxmlformats-officedocument.theme+xml"/>
  <Override PartName="/ppt/slideLayouts/slideLayout6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64" r:id="rId1"/>
    <p:sldMasterId id="2147483676" r:id="rId2"/>
    <p:sldMasterId id="2147483680" r:id="rId3"/>
    <p:sldMasterId id="2147483685" r:id="rId4"/>
    <p:sldMasterId id="2147483687" r:id="rId5"/>
    <p:sldMasterId id="2147483696" r:id="rId6"/>
    <p:sldMasterId id="2147483698" r:id="rId7"/>
    <p:sldMasterId id="2147483700" r:id="rId8"/>
    <p:sldMasterId id="2147483702" r:id="rId9"/>
    <p:sldMasterId id="2147483704" r:id="rId10"/>
    <p:sldMasterId id="2147483707" r:id="rId11"/>
    <p:sldMasterId id="2147483710" r:id="rId12"/>
    <p:sldMasterId id="2147483712" r:id="rId13"/>
  </p:sldMasterIdLst>
  <p:notesMasterIdLst>
    <p:notesMasterId r:id="rId25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Master" Target="slideMasters/slideMaster9.xml" /><Relationship Id="rId5" Type="http://schemas.openxmlformats.org/officeDocument/2006/relationships/slideMaster" Target="slideMasters/slideMaster6.xml" /><Relationship Id="rId4" Type="http://schemas.openxmlformats.org/officeDocument/2006/relationships/slideMaster" Target="slideMasters/slideMaster5.xml" /><Relationship Id="rId9" Type="http://schemas.openxmlformats.org/officeDocument/2006/relationships/slideMaster" Target="slideMasters/slideMaster10.xml" /><Relationship Id="rId7" Type="http://schemas.openxmlformats.org/officeDocument/2006/relationships/slideMaster" Target="slideMasters/slideMaster8.xml" /><Relationship Id="rId3" Type="http://schemas.openxmlformats.org/officeDocument/2006/relationships/slideMaster" Target="slideMasters/slideMaster4.xml" /><Relationship Id="rId26" Type="http://schemas.openxmlformats.org/officeDocument/2006/relationships/tableStyles" Target="tableStyles.xml" /><Relationship Id="rId24" Type="http://schemas.openxmlformats.org/officeDocument/2006/relationships/slide" Target="slides/slide11.xml" /><Relationship Id="rId23" Type="http://schemas.openxmlformats.org/officeDocument/2006/relationships/slide" Target="slides/slide10.xml" /><Relationship Id="rId6" Type="http://schemas.openxmlformats.org/officeDocument/2006/relationships/slideMaster" Target="slideMasters/slideMaster7.xml" /><Relationship Id="rId10" Type="http://schemas.openxmlformats.org/officeDocument/2006/relationships/slideMaster" Target="slideMasters/slideMaster11.xml" /><Relationship Id="rId12" Type="http://schemas.openxmlformats.org/officeDocument/2006/relationships/slideMaster" Target="slideMasters/slideMaster13.xml" /><Relationship Id="rId15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1" Type="http://schemas.openxmlformats.org/officeDocument/2006/relationships/slideMaster" Target="slideMasters/slideMaster12.xml" /><Relationship Id="rId1" Type="http://schemas.openxmlformats.org/officeDocument/2006/relationships/slideMaster" Target="slideMasters/slideMaster2.xml" /><Relationship Id="rId16" Type="http://schemas.openxmlformats.org/officeDocument/2006/relationships/slide" Target="slides/slide3.xml" /><Relationship Id="rId14" Type="http://schemas.openxmlformats.org/officeDocument/2006/relationships/slide" Target="slides/slide1.xml" /><Relationship Id="rId17" Type="http://schemas.openxmlformats.org/officeDocument/2006/relationships/slide" Target="slides/slide4.xml" /><Relationship Id="rId2" Type="http://schemas.openxmlformats.org/officeDocument/2006/relationships/slideMaster" Target="slideMasters/slideMaster3.xml" /><Relationship Id="rId25" Type="http://schemas.openxmlformats.org/officeDocument/2006/relationships/notesMaster" Target="notesMasters/notesMaster1.xml" /><Relationship Id="rId22" Type="http://schemas.openxmlformats.org/officeDocument/2006/relationships/slide" Target="slides/slide9.xml" /><Relationship Id="rId18" Type="http://schemas.openxmlformats.org/officeDocument/2006/relationships/slide" Target="slides/slide5.xml" /><Relationship Id="rId19" Type="http://schemas.openxmlformats.org/officeDocument/2006/relationships/slide" Target="slides/slide6.xml" /><Relationship Id="rId20" Type="http://schemas.openxmlformats.org/officeDocument/2006/relationships/slide" Target="slides/slide7.xml" /><Relationship Id="rId13" Type="http://schemas.openxmlformats.org/officeDocument/2006/relationships/slideMaster" Target="slideMasters/slideMaster14.xml" /><Relationship Id="rId21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7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85D0DACE-38E0-42D2-9336-2B707D34BC6D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9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10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85D0DACE-38E0-42D2-9336-2B707D34BC6D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1.png" /></Relationships>
</file>

<file path=ppt/slideLayouts/_rels/slideLayout2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3.png" /></Relationships>
</file>

<file path=ppt/slideLayouts/_rels/slideLayout3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3.png" /></Relationships>
</file>

<file path=ppt/slideLayouts/_rels/slideLayout4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5.png" /></Relationships>
</file>

<file path=ppt/slideLayouts/_rels/slideLayout5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5.png" /></Relationships>
</file>

<file path=ppt/slideLayouts/_rels/slideLayout6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5.png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5.png" /></Relationships>
</file>

<file path=ppt/slideLayouts/_rels/slideLayout9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3.png" /></Relationships>
</file>

<file path=ppt/slideLayouts/_rels/slideLayout10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3.png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2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1.xml" /></Relationships>
</file>

<file path=ppt/slideLayouts/_rels/slideLayout28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Master" Target="../slideMasters/slideMaster11.xml" /><Relationship Id="rId1" Type="http://schemas.openxmlformats.org/officeDocument/2006/relationships/image" Target="media/image5.png" /></Relationships>
</file>

<file path=ppt/slideLayouts/_rels/slideLayout2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2.xml" /></Relationships>
</file>

<file path=ppt/slideLayouts/_rels/slideLayout3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2.xml" /></Relationships>
</file>

<file path=ppt/slideLayouts/_rels/slideLayout3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3.xml" /></Relationships>
</file>

<file path=ppt/slideLayouts/_rels/slideLayout3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4.xml" /></Relationships>
</file>

<file path=ppt/slideLayouts/_rels/slideLayout3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3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3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3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4.xml" /></Relationships>
</file>

<file path=ppt/slideLayouts/_rels/slideLayout3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4.xml" /></Relationships>
</file>

<file path=ppt/slideLayouts/_rels/slideLayout3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4.xml" /></Relationships>
</file>

<file path=ppt/slideLayouts/_rels/slideLayout3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4.xml" /></Relationships>
</file>

<file path=ppt/slideLayouts/_rels/slideLayout4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5.xml" 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image" Target="media/image58.png" /><Relationship Id="rId0" Type="http://schemas.openxmlformats.org/officeDocument/2006/relationships/slideMaster" Target="../slideMasters/slideMaster6.xml" /></Relationships>
</file>

<file path=ppt/slideLayouts/_rels/slideLayout4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6.xml" /></Relationships>
</file>

<file path=ppt/slideLayouts/_rels/slideLayout4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6.xml" /></Relationships>
</file>

<file path=ppt/slideLayouts/_rels/slideLayout4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6.xml" 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image" Target="media/image59.png" /><Relationship Id="rId0" Type="http://schemas.openxmlformats.org/officeDocument/2006/relationships/slideMaster" Target="../slideMasters/slideMaster6.xml" /></Relationships>
</file>

<file path=ppt/slideLayouts/_rels/slideLayout4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6.xml" 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image" Target="media/image59.png" /><Relationship Id="rId0" Type="http://schemas.openxmlformats.org/officeDocument/2006/relationships/slideMaster" Target="../slideMasters/slideMaster6.xml" /></Relationships>
</file>

<file path=ppt/slideLayouts/_rels/slideLayout4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6.xml" /></Relationships>
</file>

<file path=ppt/slideLayouts/_rels/slideLayout4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7.xml" /></Relationships>
</file>

<file path=ppt/slideLayouts/_rels/slideLayout5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8.xml" /></Relationships>
</file>

<file path=ppt/slideLayouts/_rels/slideLayout5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9.xml" /></Relationships>
</file>

<file path=ppt/slideLayouts/_rels/slideLayout5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0.xml" 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3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4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  <p:sp>
        <p:nvSpPr>
          <p:cNvPr id="6" name="副标题 2"/>
          <p:cNvSpPr txBox="true">
            <a:spLocks noGrp="true"/>
          </p:cNvSpPr>
          <p:nvPr>
            <p:ph type="subTitle" idx="1" hasCustomPrompt="true"/>
          </p:nvPr>
        </p:nvSpPr>
        <p:spPr>
          <a:xfrm>
            <a:off x="600710" y="5993765"/>
            <a:ext cx="1887220" cy="390525"/>
          </a:xfrm>
          <a:prstGeom prst="rect"/>
          <a:ln>
            <a:extLst/>
          </a:ln>
        </p:spPr>
        <p:txBody>
          <a:bodyPr vert="horz" lIns="0" tIns="45720" rIns="91440" bIns="45720">
            <a:noAutofit/>
          </a:bodyPr>
          <a:lstStyle>
            <a:lvl1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None/>
              <a:defRPr lang="en-US" sz="1600">
                <a:solidFill>
                  <a:srgbClr val="A5A5A5">
                    <a:alpha val="100000"/>
                  </a:srgbClr>
                </a:solidFill>
                <a:latin typeface="Arial"/>
                <a:ea typeface="Microsoft YaHei"/>
              </a:defRPr>
            </a:lvl1pPr>
          </a:lstStyle>
          <a:p>
            <a:pPr/>
            <a:r>
              <a:rPr lang="en-US"/>
              <a:t>微店</a:t>
            </a:r>
            <a:r>
              <a:rPr lang="zh-CN"/>
              <a:t>值守</a:t>
            </a:r>
            <a:r>
              <a:rPr lang="en-US"/>
              <a:t>团队</a:t>
            </a:r>
            <a:endParaRPr lang="en-US" sz="1800" spc="0">
              <a:solidFill>
                <a:srgbClr val="BFBFBF">
                  <a:alpha val="100000"/>
                </a:srgb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图片 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83690"/>
            <a:ext cx="1471930" cy="789305"/>
          </a:xfrm>
          <a:prstGeom prst="rect">
            <a:avLst/>
          </a:prstGeom>
        </p:spPr>
      </p:pic>
      <p:sp>
        <p:nvSpPr>
          <p:cNvPr id="8" name="文本框 5"/>
          <p:cNvSpPr txBox="true"/>
          <p:nvPr/>
        </p:nvSpPr>
        <p:spPr>
          <a:xfrm rot="0" flipH="false" flipV="false">
            <a:off x="3097932" y="1458383"/>
            <a:ext cx="6701790" cy="829944"/>
          </a:xfrm>
          <a:prstGeom prst="rect">
            <a:avLst/>
          </a:prstGeom>
          <a:noFill/>
        </p:spPr>
        <p:txBody>
          <a:bodyPr wrap="square" lIns="0" rtlCol="false">
            <a:spAutoFit/>
          </a:bodyPr>
          <a:p>
            <a:pPr/>
            <a:r>
              <a:rPr lang="zh-CN" altLang="en-US" sz="4800" b="true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  <a:cs typeface="+mj-ea"/>
              </a:rPr>
              <a:t>值守系统</a:t>
            </a:r>
            <a:r>
              <a:rPr lang="zh-CN" altLang="en-US" sz="4800" b="true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  <a:cs typeface="+mj-ea"/>
              </a:rPr>
              <a:t>培训</a:t>
            </a:r>
            <a:endParaRPr lang="zh-CN" altLang="en-US" sz="4800" b="true">
              <a:solidFill>
                <a:schemeClr val="bg1"/>
              </a:solidFill>
              <a:latin typeface="PingFang SC Semibold" panose="020B0400000000000000" charset="-122"/>
              <a:ea typeface="PingFang SC Semibold" panose="020B0400000000000000" charset="-122"/>
              <a:cs typeface="+mj-ea"/>
            </a:endParaRPr>
          </a:p>
        </p:txBody>
      </p:sp>
      <p:sp>
        <p:nvSpPr>
          <p:cNvPr id="9" name="文本框 6"/>
          <p:cNvSpPr txBox="true"/>
          <p:nvPr/>
        </p:nvSpPr>
        <p:spPr>
          <a:xfrm>
            <a:off x="1401445" y="2636520"/>
            <a:ext cx="6705600" cy="882650"/>
          </a:xfrm>
          <a:prstGeom prst="rect">
            <a:avLst/>
          </a:prstGeom>
          <a:noFill/>
        </p:spPr>
        <p:txBody>
          <a:bodyPr wrap="square" lIns="0" rtlCol="false">
            <a:spAutoFit/>
          </a:bodyPr>
          <a:p>
            <a:pPr/>
            <a:r>
              <a:rPr lang="zh-CN" sz="4000">
                <a:solidFill>
                  <a:schemeClr val="lt1">
                    <a:alpha val="100000"/>
                  </a:schemeClr>
                </a:solidFill>
                <a:latin typeface="微软雅黑"/>
                <a:ea typeface="微软雅黑"/>
                <a:sym typeface="Microsoft YaHei"/>
              </a:rPr>
              <a:t>值班店长新人训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标题和内容"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2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444970" y="246892"/>
            <a:ext cx="6282266" cy="614488"/>
          </a:xfrm>
        </p:spPr>
        <p:txBody>
          <a:bodyPr>
            <a:normAutofit fontScale="90000"/>
          </a:bodyPr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3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499533" y="1253331"/>
            <a:ext cx="10854267" cy="4878152"/>
          </a:xfrm>
        </p:spPr>
        <p:txBody>
          <a:bodyPr>
            <a:normAutofit fontScale="100000"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  <p:sp>
        <p:nvSpPr>
          <p:cNvPr id="17" name=""/>
          <p:cNvSpPr/>
          <p:nvPr/>
        </p:nvSpPr>
        <p:spPr>
          <a:xfrm rot="0" flipH="false" flipV="false">
            <a:off x="0" y="246892"/>
            <a:ext cx="115505" cy="614489"/>
          </a:xfrm>
          <a:prstGeom prst="rect">
            <a:avLst/>
          </a:prstGeom>
          <a:solidFill>
            <a:srgbClr val="C00000">
              <a:alpha val="100000"/>
            </a:srgbClr>
          </a:solidFill>
          <a:ln w="12700">
            <a:solidFill>
              <a:srgbClr val="c00000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pic>
        <p:nvPicPr>
          <p:cNvPr id="18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一级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48" name="日期占位符 3"/>
          <p:cNvSpPr>
            <a:spLocks noGrp="true"/>
          </p:cNvSpPr>
          <p:nvPr>
            <p:ph type="dt" idx="10" hasCustomPrompt="true"/>
          </p:nvPr>
        </p:nvSpPr>
        <p:spPr/>
        <p:txBody>
          <a:bodyPr/>
          <a:lstStyle/>
          <a:p>
            <a:pPr/>
            <a:fld id="{7B03108F-6D01-401F-BB83-A4EE273EE035}" type="datetime1">
              <a:rPr lang="zh-CN"/>
              <a:t>2026/1/1</a:t>
            </a:fld>
            <a:endParaRPr lang="zh-CN" sz="1200">
              <a:solidFill>
                <a:schemeClr val="tx1">
                  <a:tint val="75000"/>
                  <a:alpha val="100000"/>
                </a:schemeClr>
              </a:solidFill>
              <a:latin typeface="Arial"/>
              <a:ea typeface="Microsoft YaHei"/>
            </a:endParaRPr>
          </a:p>
        </p:txBody>
      </p:sp>
      <p:sp>
        <p:nvSpPr>
          <p:cNvPr id="49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 algn="ctr"/>
            <a:endParaRPr lang="zh-CN"/>
          </a:p>
        </p:txBody>
      </p:sp>
      <p:sp>
        <p:nvSpPr>
          <p:cNvPr id="50" name="灯片编号占位符 5"/>
          <p:cNvSpPr>
            <a:spLocks noGrp="true"/>
          </p:cNvSpPr>
          <p:nvPr>
            <p:ph type="sldNum" idx="12" hasCustomPrompt="true"/>
          </p:nvPr>
        </p:nvSpPr>
        <p:spPr/>
        <p:txBody>
          <a:bodyPr/>
          <a:lstStyle/>
          <a:p>
            <a:pPr/>
            <a:fld id="{2A18DFAB-279D-45FB-8988-01B47F34F95A}" type="slidenum">
              <a:rPr lang="zh-CN"/>
              <a:t>‹#›</a:t>
            </a:fld>
            <a:endParaRPr lang="zh-CN" sz="1200">
              <a:solidFill>
                <a:schemeClr val="tx1">
                  <a:tint val="75000"/>
                  <a:alpha val="100000"/>
                </a:schemeClr>
              </a:solidFill>
              <a:latin typeface="Arial"/>
              <a:ea typeface="Microsoft YaHei"/>
            </a:endParaRPr>
          </a:p>
        </p:txBody>
      </p:sp>
      <p:sp>
        <p:nvSpPr>
          <p:cNvPr id="51" name="任意多边形: 形状 8"/>
          <p:cNvSpPr/>
          <p:nvPr userDrawn="true"/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false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2" name="矩形 1"/>
          <p:cNvSpPr/>
          <p:nvPr userDrawn="true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>
            <a:noAutofit/>
          </a:bodyPr>
          <a:p>
            <a:pPr algn="ctr"/>
            <a:endParaRPr lang="zh-CN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53" name="标题 1"/>
          <p:cNvSpPr txBox="true">
            <a:spLocks noGrp="true"/>
          </p:cNvSpPr>
          <p:nvPr>
            <p:ph type="title" hasCustomPrompt="true"/>
          </p:nvPr>
        </p:nvSpPr>
        <p:spPr>
          <a:xfrm rot="0" flipH="false" flipV="false">
            <a:off x="4994564" y="3688616"/>
            <a:ext cx="2202872" cy="945050"/>
          </a:xfrm>
          <a:prstGeom prst="rect"/>
          <a:ln>
            <a:extLst/>
          </a:ln>
        </p:spPr>
        <p:txBody>
          <a:bodyPr vert="horz" lIns="91440" tIns="45720" rIns="91440" bIns="45720" anchor="b">
            <a:normAutofit fontScale="90000"/>
          </a:bodyPr>
          <a:lstStyle>
            <a:lvl1pPr lvl="0" algn="ctr" defTabSz="914400">
              <a:lnSpc>
                <a:spcPct val="130000"/>
              </a:lnSpc>
              <a:spcBef>
                <a:spcPct val="1"/>
              </a:spcBef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/>
                <a:ea typeface="Microsoft YaHei"/>
              </a:defRPr>
            </a:lvl1pPr>
          </a:lstStyle>
          <a:p>
            <a:pPr/>
            <a:r>
              <a:rPr lang="zh-CN"/>
              <a:t>章节标题</a:t>
            </a:r>
            <a:endParaRPr lang="zh-CN" sz="60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</p:txBody>
      </p:sp>
      <p:sp>
        <p:nvSpPr>
          <p:cNvPr id="54" name="文本占位符 2"/>
          <p:cNvSpPr>
            <a:spLocks noGrp="true"/>
          </p:cNvSpPr>
          <p:nvPr>
            <p:ph type="body" idx="1" hasCustomPrompt="true"/>
          </p:nvPr>
        </p:nvSpPr>
        <p:spPr>
          <a:xfrm rot="0" flipH="false" flipV="false">
            <a:off x="5286549" y="2224334"/>
            <a:ext cx="1618902" cy="1166876"/>
          </a:xfrm>
          <a:prstGeom prst="rect"/>
          <a:ln>
            <a:extLst/>
          </a:ln>
        </p:spPr>
        <p:txBody>
          <a:bodyPr vert="horz" lIns="91440" tIns="45720" rIns="91440" bIns="45720">
            <a:no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charset="0"/>
              <a:buNone/>
              <a:defRPr lang="zh-CN" sz="6000">
                <a:solidFill>
                  <a:srgbClr val="C00000">
                    <a:alpha val="100000"/>
                  </a:srgbClr>
                </a:solidFill>
                <a:latin typeface="Arial"/>
                <a:ea typeface="Microsoft YaHei"/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zh-CN"/>
              <a:t>章节</a:t>
            </a:r>
            <a:endParaRPr lang="zh-CN" sz="2400">
              <a:solidFill>
                <a:srgbClr val="898989">
                  <a:alpha val="100000"/>
                </a:srgbClr>
              </a:solidFill>
              <a:latin typeface="Arial"/>
              <a:ea typeface="Microsoft YaHei"/>
            </a:endParaRPr>
          </a:p>
        </p:txBody>
      </p:sp>
      <p:cxnSp>
        <p:nvCxnSpPr>
          <p:cNvPr id="55" name="直接连接符 12"/>
          <p:cNvCxnSpPr/>
          <p:nvPr/>
        </p:nvCxnSpPr>
        <p:spPr>
          <a:xfrm rot="0" flipH="false" flipV="false">
            <a:off x="5042853" y="3539913"/>
            <a:ext cx="2106295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6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二级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6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  <p:pic>
        <p:nvPicPr>
          <p:cNvPr id="6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" y="0"/>
            <a:ext cx="12189845" cy="6858000"/>
          </a:xfrm>
          <a:prstGeom prst="rect"/>
        </p:spPr>
      </p:pic>
      <p:sp>
        <p:nvSpPr>
          <p:cNvPr id="64" name="任意多边形: 形状 11"/>
          <p:cNvSpPr/>
          <p:nvPr userDrawn="true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5" name="任意多边形: 形状 14"/>
          <p:cNvSpPr/>
          <p:nvPr userDrawn="true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6" name="任意多边形: 形状 8"/>
          <p:cNvSpPr/>
          <p:nvPr userDrawn="true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false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7" name="矩形 1"/>
          <p:cNvSpPr/>
          <p:nvPr userDrawn="true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68" name="直接连接符 3"/>
          <p:cNvCxnSpPr/>
          <p:nvPr/>
        </p:nvCxnSpPr>
        <p:spPr>
          <a:xfrm>
            <a:off x="-121285" y="2660650"/>
            <a:ext cx="12325350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4"/>
          <p:cNvCxnSpPr/>
          <p:nvPr/>
        </p:nvCxnSpPr>
        <p:spPr>
          <a:xfrm>
            <a:off x="-53975" y="3976370"/>
            <a:ext cx="12231370" cy="0"/>
          </a:xfrm>
          <a:prstGeom prst="line">
            <a:avLst/>
          </a:prstGeom>
          <a:ln w="12700"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"/>
          <p:cNvSpPr>
            <a:spLocks noGrp="true"/>
          </p:cNvSpPr>
          <p:nvPr>
            <p:ph type="body" idx="13"/>
          </p:nvPr>
        </p:nvSpPr>
        <p:spPr>
          <a:xfrm rot="0" flipH="false" flipV="false">
            <a:off x="2315856" y="2899881"/>
            <a:ext cx="7563555" cy="837259"/>
          </a:xfrm>
          <a:prstGeom prst="rect">
            <a:avLst/>
          </a:prstGeom>
        </p:spPr>
        <p:txBody>
          <a:bodyPr>
            <a:norm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charset="0"/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/>
                <a:ea typeface="Microsoft YaHei"/>
              </a:defRPr>
            </a:lvl1pPr>
            <a:lvl2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lvl2pPr>
          </a:lstStyle>
          <a:p>
            <a:pPr/>
            <a:r>
              <a:rPr lang="zh-CN"/>
              <a:t>单击此处编辑母版文本样式</a:t>
            </a:r>
            <a:endParaRPr lang="zh-CN" sz="2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  <a:p>
            <a: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endParaRPr lang="zh-CN" sz="24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</p:txBody>
      </p:sp>
      <p:pic>
        <p:nvPicPr>
          <p:cNvPr id="71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  <p:sp>
        <p:nvSpPr>
          <p:cNvPr id="72" name=""/>
          <p:cNvSpPr/>
          <p:nvPr/>
        </p:nvSpPr>
        <p:spPr>
          <a:xfrm rot="0" flipH="false" flipV="false">
            <a:off x="5238750" y="2426475"/>
            <a:ext cx="1714500" cy="473406"/>
          </a:xfrm>
          <a:prstGeom prst="flowChartTerminator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  <a:endParaRPr lang="en-US">
              <a:solidFill>
                <a:srgbClr val="FFFFFF">
                  <a:alpha val="10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三级标题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75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7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7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7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  <p:pic>
        <p:nvPicPr>
          <p:cNvPr id="7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" y="0"/>
            <a:ext cx="12189845" cy="6858000"/>
          </a:xfrm>
          <a:prstGeom prst="rect"/>
        </p:spPr>
      </p:pic>
      <p:sp>
        <p:nvSpPr>
          <p:cNvPr id="80" name="任意多边形: 形状 11"/>
          <p:cNvSpPr/>
          <p:nvPr userDrawn="true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81" name="任意多边形: 形状 14"/>
          <p:cNvSpPr/>
          <p:nvPr userDrawn="true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82" name="任意多边形: 形状 8"/>
          <p:cNvSpPr/>
          <p:nvPr userDrawn="true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false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83" name="矩形 1"/>
          <p:cNvSpPr/>
          <p:nvPr userDrawn="true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84" name="直接连接符 3"/>
          <p:cNvCxnSpPr/>
          <p:nvPr/>
        </p:nvCxnSpPr>
        <p:spPr>
          <a:xfrm>
            <a:off x="-121285" y="2660650"/>
            <a:ext cx="12325350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4"/>
          <p:cNvCxnSpPr/>
          <p:nvPr/>
        </p:nvCxnSpPr>
        <p:spPr>
          <a:xfrm>
            <a:off x="-53975" y="3976370"/>
            <a:ext cx="12231370" cy="0"/>
          </a:xfrm>
          <a:prstGeom prst="line">
            <a:avLst/>
          </a:prstGeom>
          <a:ln w="12700"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"/>
          <p:cNvSpPr>
            <a:spLocks noGrp="true"/>
          </p:cNvSpPr>
          <p:nvPr>
            <p:ph type="body" idx="13"/>
          </p:nvPr>
        </p:nvSpPr>
        <p:spPr>
          <a:xfrm rot="0" flipH="false" flipV="false">
            <a:off x="2315856" y="2899881"/>
            <a:ext cx="7563555" cy="837259"/>
          </a:xfrm>
          <a:prstGeom prst="rect">
            <a:avLst/>
          </a:prstGeom>
        </p:spPr>
        <p:txBody>
          <a:bodyPr>
            <a:norm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charset="0"/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/>
                <a:ea typeface="Microsoft YaHei"/>
              </a:defRPr>
            </a:lvl1pPr>
            <a:lvl2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lvl2pPr>
          </a:lstStyle>
          <a:p>
            <a:pPr/>
            <a:r>
              <a:rPr lang="zh-CN"/>
              <a:t>单击此处编辑母版文本样式</a:t>
            </a:r>
            <a:endParaRPr lang="zh-CN" sz="2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  <a:p>
            <a: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endParaRPr lang="zh-CN" sz="24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</p:txBody>
      </p:sp>
      <p:pic>
        <p:nvPicPr>
          <p:cNvPr id="87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二级标题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0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91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92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93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  <p:pic>
        <p:nvPicPr>
          <p:cNvPr id="9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" y="0"/>
            <a:ext cx="12189845" cy="6858000"/>
          </a:xfrm>
          <a:prstGeom prst="rect"/>
        </p:spPr>
      </p:pic>
      <p:sp>
        <p:nvSpPr>
          <p:cNvPr id="95" name="任意多边形: 形状 11"/>
          <p:cNvSpPr/>
          <p:nvPr userDrawn="true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6" name="任意多边形: 形状 14"/>
          <p:cNvSpPr/>
          <p:nvPr userDrawn="true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7" name="任意多边形: 形状 8"/>
          <p:cNvSpPr/>
          <p:nvPr userDrawn="true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false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8" name="矩形 1"/>
          <p:cNvSpPr/>
          <p:nvPr userDrawn="true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99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两栏内容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02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3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10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0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二级标题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" y="0"/>
            <a:ext cx="12189845" cy="6858000"/>
          </a:xfrm>
          <a:prstGeom prst="rect"/>
        </p:spPr>
      </p:pic>
      <p:sp>
        <p:nvSpPr>
          <p:cNvPr id="109" name=""/>
          <p:cNvSpPr/>
          <p:nvPr/>
        </p:nvSpPr>
        <p:spPr>
          <a:xfrm rot="0" flipH="false" flipV="false">
            <a:off x="-19538" y="0"/>
            <a:ext cx="12231076" cy="3868615"/>
          </a:xfrm>
          <a:prstGeom prst="rect">
            <a:avLst/>
          </a:prstGeom>
          <a:gradFill rotWithShape="true">
            <a:gsLst>
              <a:gs pos="0">
                <a:srgbClr val="C00000">
                  <a:alpha val="67000"/>
                </a:srgbClr>
              </a:gs>
              <a:gs pos="80000">
                <a:srgbClr val="C00000">
                  <a:alpha val="85000"/>
                </a:srgbClr>
              </a:gs>
            </a:gsLst>
            <a:lin ang="8100000" scaled="true"/>
          </a:gradFill>
          <a:ln w="0">
            <a:noFill/>
          </a:ln>
        </p:spPr>
        <p:txBody>
          <a:bodyPr anchor="ctr"/>
          <a:p>
            <a:pPr algn="ctr"/>
            <a:endParaRPr/>
          </a:p>
        </p:txBody>
      </p:sp>
      <p:sp>
        <p:nvSpPr>
          <p:cNvPr id="11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1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11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11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1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  <p:sp>
        <p:nvSpPr>
          <p:cNvPr id="115" name="任意多边形: 形状 11"/>
          <p:cNvSpPr/>
          <p:nvPr userDrawn="true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6" name="任意多边形: 形状 14"/>
          <p:cNvSpPr/>
          <p:nvPr userDrawn="true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7" name="任意多边形: 形状 8"/>
          <p:cNvSpPr/>
          <p:nvPr userDrawn="true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false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8" name="矩形 1"/>
          <p:cNvSpPr/>
          <p:nvPr userDrawn="true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19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仅标题"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22" name="日期占位符 3"/>
          <p:cNvSpPr txBox="true">
            <a:spLocks noGrp="true"/>
          </p:cNvSpPr>
          <p:nvPr>
            <p:ph type="dt" idx="10" hasCustomPrompt="true"/>
          </p:nvPr>
        </p:nvSpPr>
        <p:spPr>
          <a:xfrm>
            <a:off x="838200" y="6356350"/>
            <a:ext cx="2743200" cy="365125"/>
          </a:xfrm>
          <a:prstGeom prst="rect"/>
          <a:ln>
            <a:extLst/>
          </a:ln>
        </p:spPr>
        <p:txBody>
          <a:bodyPr vert="horz" lIns="91440" tIns="45720" rIns="91440" bIns="45720" anchor="ctr"/>
          <a:lstStyle/>
          <a:p>
            <a:pPr marL="0" algn="l" defTabSz="914400">
              <a:lnSpc>
                <a:spcPct val="130000"/>
              </a:lnSpc>
              <a:defRPr sz="1200" kern="1200">
                <a:solidFill>
                  <a:srgbClr val="898989"/>
                </a:solidFill>
                <a:latin typeface="Arial"/>
                <a:ea typeface="Microsoft YaHei"/>
              </a:defRPr>
            </a:pPr>
            <a:fld id="{7B03108F-6D01-401F-BB83-A4EE273EE035}" type="datetime1">
              <a:rPr lang="zh-CN" sz="1200" kern="1200">
                <a:solidFill>
                  <a:srgbClr val="898989"/>
                </a:solidFill>
                <a:latin typeface="Arial"/>
                <a:ea typeface="Microsoft YaHei"/>
              </a:rPr>
              <a:t>2026/1/1</a:t>
            </a:fld>
            <a:endParaRPr lang="zh-CN" sz="1200" kern="1200">
              <a:solidFill>
                <a:srgbClr val="898989"/>
              </a:solidFill>
              <a:latin typeface="Arial"/>
              <a:ea typeface="Microsoft YaHei"/>
            </a:endParaRPr>
          </a:p>
        </p:txBody>
      </p:sp>
      <p:sp>
        <p:nvSpPr>
          <p:cNvPr id="123" name="灯片编号占位符 5"/>
          <p:cNvSpPr txBox="true">
            <a:spLocks noGrp="true"/>
          </p:cNvSpPr>
          <p:nvPr>
            <p:ph type="sldNum" idx="12" hasCustomPrompt="true"/>
          </p:nvPr>
        </p:nvSpPr>
        <p:spPr>
          <a:xfrm>
            <a:off x="8610600" y="6356350"/>
            <a:ext cx="2743200" cy="365125"/>
          </a:xfrm>
          <a:prstGeom prst="rect"/>
          <a:ln>
            <a:extLst/>
          </a:ln>
        </p:spPr>
        <p:txBody>
          <a:bodyPr vert="horz" lIns="91440" tIns="45720" rIns="91440" bIns="45720" anchor="ctr"/>
          <a:lstStyle/>
          <a:p>
            <a:pPr marL="0" algn="r" defTabSz="914400">
              <a:lnSpc>
                <a:spcPct val="130000"/>
              </a:lnSpc>
              <a:defRPr sz="1200" kern="1200">
                <a:solidFill>
                  <a:srgbClr val="898989"/>
                </a:solidFill>
                <a:latin typeface="Arial"/>
                <a:ea typeface="Microsoft YaHei"/>
              </a:defRPr>
            </a:pPr>
            <a:fld id="{2A18DFAB-279D-45FB-8988-01B47F34F95A}" type="slidenum">
              <a:rPr lang="zh-CN" sz="1200" kern="1200">
                <a:solidFill>
                  <a:srgbClr val="898989"/>
                </a:solidFill>
                <a:latin typeface="Arial"/>
                <a:ea typeface="Microsoft YaHei"/>
              </a:rPr>
              <a:t>‹#›</a:t>
            </a:fld>
            <a:endParaRPr lang="zh-CN" sz="1200" kern="1200">
              <a:solidFill>
                <a:srgbClr val="898989"/>
              </a:solidFill>
              <a:latin typeface="Arial"/>
              <a:ea typeface="Microsoft YaHei"/>
            </a:endParaRPr>
          </a:p>
        </p:txBody>
      </p:sp>
      <p:sp>
        <p:nvSpPr>
          <p:cNvPr id="124" name="任意多边形: 形状 8"/>
          <p:cNvSpPr/>
          <p:nvPr userDrawn="true"/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false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5" name="矩形 1"/>
          <p:cNvSpPr/>
          <p:nvPr userDrawn="true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>
            <a:noAutofit/>
          </a:bodyPr>
          <a:p>
            <a:pPr algn="ctr"/>
            <a:endParaRPr lang="zh-CN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26" name="标题 1"/>
          <p:cNvSpPr txBox="true">
            <a:spLocks noGrp="true"/>
          </p:cNvSpPr>
          <p:nvPr>
            <p:ph type="title" hasCustomPrompt="true"/>
          </p:nvPr>
        </p:nvSpPr>
        <p:spPr>
          <a:xfrm rot="0" flipH="false" flipV="false">
            <a:off x="4994564" y="3688616"/>
            <a:ext cx="2202872" cy="945050"/>
          </a:xfrm>
          <a:prstGeom prst="rect"/>
          <a:ln>
            <a:extLst/>
          </a:ln>
        </p:spPr>
        <p:txBody>
          <a:bodyPr vert="horz" lIns="91440" tIns="45720" rIns="91440" bIns="45720" anchor="b">
            <a:normAutofit fontScale="90000"/>
          </a:bodyPr>
          <a:lstStyle>
            <a:lvl1pPr lvl="0" algn="ctr" defTabSz="914400">
              <a:lnSpc>
                <a:spcPct val="130000"/>
              </a:lnSpc>
              <a:spcBef>
                <a:spcPct val="1"/>
              </a:spcBef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/>
                <a:ea typeface="Microsoft YaHei"/>
              </a:defRPr>
            </a:lvl1pPr>
          </a:lstStyle>
          <a:p>
            <a:pPr algn="ctr" defTabSz="914400">
              <a:lnSpc>
                <a:spcPct val="130000"/>
              </a:lnSpc>
              <a:spcBef>
                <a:spcPct val="1"/>
              </a:spcBef>
              <a:buNone/>
              <a:defRPr lang="zh-CN" sz="4400" kern="1200">
                <a:solidFill>
                  <a:srgbClr val="C00000"/>
                </a:solidFill>
                <a:latin typeface="Arial"/>
                <a:ea typeface="Microsoft YaHei"/>
              </a:defRPr>
            </a:pPr>
            <a:r>
              <a:rPr lang="zh-CN" sz="4400" kern="1200">
                <a:solidFill>
                  <a:srgbClr val="C00000"/>
                </a:solidFill>
                <a:latin typeface="Arial"/>
                <a:ea typeface="Microsoft YaHei"/>
              </a:rPr>
              <a:t>章节标题</a:t>
            </a:r>
            <a:endParaRPr lang="zh-CN" sz="6000" kern="120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sp>
        <p:nvSpPr>
          <p:cNvPr id="127" name="文本占位符 2"/>
          <p:cNvSpPr>
            <a:spLocks noGrp="true"/>
          </p:cNvSpPr>
          <p:nvPr>
            <p:ph type="body" idx="1" hasCustomPrompt="true"/>
          </p:nvPr>
        </p:nvSpPr>
        <p:spPr>
          <a:xfrm rot="0" flipH="false" flipV="false">
            <a:off x="5286549" y="2224334"/>
            <a:ext cx="1618902" cy="1166876"/>
          </a:xfrm>
          <a:prstGeom prst="rect"/>
          <a:ln>
            <a:extLst/>
          </a:ln>
        </p:spPr>
        <p:txBody>
          <a:bodyPr vert="horz" lIns="91440" tIns="45720" rIns="91440" bIns="45720">
            <a:no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charset="0"/>
              <a:buNone/>
              <a:defRPr lang="zh-CN" sz="6000">
                <a:solidFill>
                  <a:srgbClr val="C00000">
                    <a:alpha val="100000"/>
                  </a:srgbClr>
                </a:solidFill>
                <a:latin typeface="Arial"/>
                <a:ea typeface="Microsoft YaHei"/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algn="ctr" defTabSz="914400">
              <a:lnSpc>
                <a:spcPct val="130000"/>
              </a:lnSpc>
              <a:spcBef>
                <a:spcPts val="1000"/>
              </a:spcBef>
              <a:buFont typeface="Arial" charset="0"/>
              <a:buNone/>
              <a:defRPr lang="zh-CN" sz="6000" kern="1200">
                <a:solidFill>
                  <a:srgbClr val="C00000"/>
                </a:solidFill>
                <a:latin typeface="Arial"/>
                <a:ea typeface="Microsoft YaHei"/>
              </a:defRPr>
            </a:pPr>
            <a:r>
              <a:rPr lang="zh-CN" sz="6000" kern="1200">
                <a:solidFill>
                  <a:srgbClr val="C00000"/>
                </a:solidFill>
                <a:latin typeface="Arial"/>
                <a:ea typeface="Microsoft YaHei"/>
              </a:rPr>
              <a:t>章节</a:t>
            </a:r>
            <a:endParaRPr lang="zh-CN" sz="2400" kern="1200">
              <a:solidFill>
                <a:srgbClr val="898989"/>
              </a:solidFill>
              <a:latin typeface="Arial"/>
              <a:ea typeface="Microsoft YaHei"/>
            </a:endParaRPr>
          </a:p>
        </p:txBody>
      </p:sp>
      <p:cxnSp>
        <p:nvCxnSpPr>
          <p:cNvPr id="128" name="直接连接符 12"/>
          <p:cNvCxnSpPr/>
          <p:nvPr/>
        </p:nvCxnSpPr>
        <p:spPr>
          <a:xfrm rot="0" flipH="false" flipV="false">
            <a:off x="5042853" y="3539913"/>
            <a:ext cx="2106295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  <p:sp>
        <p:nvSpPr>
          <p:cNvPr id="130" name=""/>
          <p:cNvSpPr/>
          <p:nvPr/>
        </p:nvSpPr>
        <p:spPr>
          <a:xfrm rot="0" flipH="false" flipV="false">
            <a:off x="0" y="246892"/>
            <a:ext cx="115505" cy="614489"/>
          </a:xfrm>
          <a:prstGeom prst="rect">
            <a:avLst/>
          </a:prstGeom>
          <a:solidFill>
            <a:srgbClr val="C00000">
              <a:alpha val="100000"/>
            </a:srgbClr>
          </a:solidFill>
          <a:ln w="12700">
            <a:solidFill>
              <a:srgbClr val="c00000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空白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133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2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3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24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5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8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29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0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31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2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5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3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1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4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>
  <p:cSld name="内容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type="title">
  <p:cSld name="标题幻灯片"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标题 1"/>
          <p:cNvSpPr>
            <a:spLocks noGrp="true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false">
            <a:normAutofit/>
          </a:bodyPr>
          <a:lstStyle>
            <a:lvl1pPr algn="ctr">
              <a:defRPr sz="6000"/>
            </a:lvl1pPr>
          </a:lstStyle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136" name="副标题 2"/>
          <p:cNvSpPr>
            <a:spLocks noGrp="true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zh-CN" altLang="en-US" dirty="false"/>
              <a:t>单击此处编辑母版副标题样式</a:t>
            </a:r>
            <a:endParaRPr lang="zh-CN" altLang="en-US" dirty="false"/>
          </a:p>
        </p:txBody>
      </p:sp>
      <p:sp>
        <p:nvSpPr>
          <p:cNvPr id="137" name="日期占位符 15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38" name="页脚占位符 16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139" name="灯片编号占位符 17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142" name="内容占位符 2"/>
          <p:cNvSpPr>
            <a:spLocks noGrp="true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143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44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45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 1"/>
          <p:cNvSpPr>
            <a:spLocks noGrp="true"/>
          </p:cNvSpPr>
          <p:nvPr>
            <p:ph type="title" hasCustomPrompt="tru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false">
            <a:normAutofit/>
          </a:bodyPr>
          <a:lstStyle>
            <a:lvl1pPr>
              <a:defRPr sz="4400"/>
            </a:lvl1pPr>
          </a:lstStyle>
          <a:p>
            <a:pPr/>
            <a:r>
              <a:rPr lang="zh-CN" altLang="en-US" dirty="false"/>
              <a:t>单击此处编辑标题</a:t>
            </a:r>
            <a:endParaRPr lang="zh-CN" altLang="en-US" dirty="false"/>
          </a:p>
        </p:txBody>
      </p:sp>
      <p:sp>
        <p:nvSpPr>
          <p:cNvPr id="154" name="文本占位符 2"/>
          <p:cNvSpPr>
            <a:spLocks noGrp="true"/>
          </p:cNvSpPr>
          <p:nvPr>
            <p:ph type="body" idx="1" hasCustomPrompt="true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false"/>
              <a:t>单击此处编辑文本</a:t>
            </a:r>
            <a:endParaRPr lang="zh-CN" altLang="en-US" dirty="false"/>
          </a:p>
        </p:txBody>
      </p:sp>
      <p:sp>
        <p:nvSpPr>
          <p:cNvPr id="155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56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57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160" name="内容占位符 2"/>
          <p:cNvSpPr>
            <a:spLocks noGrp="true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161" name="内容占位符 3"/>
          <p:cNvSpPr>
            <a:spLocks noGrp="true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162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63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64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167" name="文本占位符 2"/>
          <p:cNvSpPr>
            <a:spLocks noGrp="true"/>
          </p:cNvSpPr>
          <p:nvPr>
            <p:ph type="body" idx="1" hasCustomPrompt="true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false">
            <a:normAutofit/>
          </a:bodyPr>
          <a:lstStyle>
            <a:lvl1pPr marL="0" indent="0">
              <a:lnSpc>
                <a:spcPct val="100000"/>
              </a:lnSpc>
              <a:buNone/>
              <a:defRPr sz="2000" b="true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 dirty="false"/>
              <a:t>单击此处编辑文本</a:t>
            </a:r>
            <a:endParaRPr lang="zh-CN" altLang="en-US" dirty="false"/>
          </a:p>
        </p:txBody>
      </p:sp>
      <p:sp>
        <p:nvSpPr>
          <p:cNvPr id="168" name="内容占位符 3"/>
          <p:cNvSpPr>
            <a:spLocks noGrp="true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false">
            <a:normAutofit/>
          </a:bodyPr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169" name="文本占位符 4"/>
          <p:cNvSpPr>
            <a:spLocks noGrp="true"/>
          </p:cNvSpPr>
          <p:nvPr>
            <p:ph type="body" sz="quarter" idx="3" hasCustomPrompt="true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false" anchor="t" anchorCtr="false">
            <a:normAutofit/>
          </a:bodyPr>
          <a:lstStyle>
            <a:lvl1pPr marL="0" indent="0">
              <a:lnSpc>
                <a:spcPct val="100000"/>
              </a:lnSpc>
              <a:buNone/>
              <a:defRPr sz="2000" b="true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 smtClean="false"/>
              <a:t>单击此处编辑文本</a:t>
            </a:r>
            <a:endParaRPr lang="zh-CN" altLang="en-US"/>
          </a:p>
        </p:txBody>
      </p:sp>
      <p:sp>
        <p:nvSpPr>
          <p:cNvPr id="170" name="内容占位符 5"/>
          <p:cNvSpPr>
            <a:spLocks noGrp="true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false">
            <a:normAutofit/>
          </a:bodyPr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171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72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73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176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77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78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81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82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图片占位符 2"/>
          <p:cNvSpPr>
            <a:spLocks noGrp="true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false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185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false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false"/>
              <a:t>单击此处编辑母版文本样式</a:t>
            </a:r>
            <a:endParaRPr lang="zh-CN" altLang="en-US"/>
          </a:p>
        </p:txBody>
      </p:sp>
      <p:sp>
        <p:nvSpPr>
          <p:cNvPr id="186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9EFD9D74-47D9-4702-A33C-335B63B48DBF}" type="datetimeFigureOut">
              <a:rPr lang="zh-CN" altLang="en-US" smtClean="false"/>
              <a:t/>
            </a:fld>
            <a:endParaRPr lang="zh-CN" altLang="en-US" dirty="false"/>
          </a:p>
        </p:txBody>
      </p:sp>
      <p:sp>
        <p:nvSpPr>
          <p:cNvPr id="187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188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FABC47A4-756D-490B-A52F-7D9E2C9FC05F}" type="slidenum">
              <a:rPr lang="zh-CN" altLang="en-US" smtClean="false"/>
              <a:t/>
            </a:fld>
            <a:endParaRPr lang="zh-CN" altLang="en-US"/>
          </a:p>
        </p:txBody>
      </p:sp>
      <p:sp>
        <p:nvSpPr>
          <p:cNvPr id="189" name="标题 8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type="vertTitleAndTx">
  <p:cSld name="竖排标题与文本"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竖排标题 1"/>
          <p:cNvSpPr>
            <a:spLocks noGrp="true"/>
          </p:cNvSpPr>
          <p:nvPr>
            <p:ph type="title" orient="vert" hasCustomPrompt="true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false" anchor="ctr" anchorCtr="false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false"/>
              <a:t>单击此处编辑标题</a:t>
            </a:r>
            <a:endParaRPr lang="zh-CN" altLang="en-US"/>
          </a:p>
        </p:txBody>
      </p:sp>
      <p:sp>
        <p:nvSpPr>
          <p:cNvPr id="192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193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94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95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>
  <p:cSld name="内容"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98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99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  <p:sp>
        <p:nvSpPr>
          <p:cNvPr id="200" name="内容占位符 6"/>
          <p:cNvSpPr>
            <a:spLocks noGrp="true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>
  <p:cSld name="末尾幻灯片"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48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49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  <p:sp>
        <p:nvSpPr>
          <p:cNvPr id="150" name="标题 1"/>
          <p:cNvSpPr>
            <a:spLocks noGrp="true"/>
          </p:cNvSpPr>
          <p:nvPr>
            <p:ph type="title" hasCustomPrompt="true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false" anchor="t" anchorCtr="false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false"/>
              <a:t>单击此处编辑标题</a:t>
            </a:r>
            <a:endParaRPr lang="zh-CN" altLang="en-US"/>
          </a:p>
        </p:txBody>
      </p:sp>
      <p:sp>
        <p:nvSpPr>
          <p:cNvPr id="151" name="文本占位符 6"/>
          <p:cNvSpPr>
            <a:spLocks noGrp="true"/>
          </p:cNvSpPr>
          <p:nvPr>
            <p:ph type="body" sz="quarter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20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0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0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三级标题"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08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09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10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11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  <p:pic>
        <p:nvPicPr>
          <p:cNvPr id="21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" y="0"/>
            <a:ext cx="12189845" cy="6858000"/>
          </a:xfrm>
          <a:prstGeom prst="rect"/>
        </p:spPr>
      </p:pic>
      <p:sp>
        <p:nvSpPr>
          <p:cNvPr id="213" name="任意多边形: 形状 11"/>
          <p:cNvSpPr/>
          <p:nvPr userDrawn="true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4" name="任意多边形: 形状 14"/>
          <p:cNvSpPr/>
          <p:nvPr userDrawn="true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5" name="任意多边形: 形状 8"/>
          <p:cNvSpPr/>
          <p:nvPr userDrawn="true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false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6" name="矩形 1"/>
          <p:cNvSpPr/>
          <p:nvPr userDrawn="true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217" name="直接连接符 3"/>
          <p:cNvCxnSpPr/>
          <p:nvPr/>
        </p:nvCxnSpPr>
        <p:spPr>
          <a:xfrm>
            <a:off x="-121285" y="2660650"/>
            <a:ext cx="12325350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直接连接符 4"/>
          <p:cNvCxnSpPr/>
          <p:nvPr/>
        </p:nvCxnSpPr>
        <p:spPr>
          <a:xfrm>
            <a:off x="-53975" y="3976370"/>
            <a:ext cx="12231370" cy="0"/>
          </a:xfrm>
          <a:prstGeom prst="line">
            <a:avLst/>
          </a:prstGeom>
          <a:ln w="12700"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9" name=""/>
          <p:cNvSpPr>
            <a:spLocks noGrp="true"/>
          </p:cNvSpPr>
          <p:nvPr>
            <p:ph type="body" idx="13"/>
          </p:nvPr>
        </p:nvSpPr>
        <p:spPr>
          <a:xfrm rot="0" flipH="false" flipV="false">
            <a:off x="2315856" y="2899881"/>
            <a:ext cx="7563555" cy="837259"/>
          </a:xfrm>
          <a:prstGeom prst="rect">
            <a:avLst/>
          </a:prstGeom>
        </p:spPr>
        <p:txBody>
          <a:bodyPr>
            <a:norm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charset="0"/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/>
                <a:ea typeface="Microsoft YaHei"/>
              </a:defRPr>
            </a:lvl1pPr>
            <a:lvl2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lvl2pPr>
          </a:lstStyle>
          <a:p>
            <a:pPr/>
            <a:r>
              <a:rPr lang="zh-CN"/>
              <a:t>单击此处编辑母版文本样式</a:t>
            </a:r>
            <a:endParaRPr lang="zh-CN" sz="2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  <a:p>
            <a: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endParaRPr lang="zh-CN" sz="24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</p:txBody>
      </p:sp>
      <p:pic>
        <p:nvPicPr>
          <p:cNvPr id="220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type="title">
  <p:cSld name="标题幻灯片"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标题 1"/>
          <p:cNvSpPr>
            <a:spLocks noGrp="true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false">
            <a:normAutofit/>
          </a:bodyPr>
          <a:lstStyle>
            <a:lvl1pPr algn="ctr">
              <a:defRPr sz="6000"/>
            </a:lvl1pPr>
          </a:lstStyle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223" name="副标题 2"/>
          <p:cNvSpPr>
            <a:spLocks noGrp="true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zh-CN" altLang="en-US" dirty="false"/>
              <a:t>单击此处编辑母版副标题样式</a:t>
            </a:r>
            <a:endParaRPr lang="zh-CN" altLang="en-US" dirty="false"/>
          </a:p>
        </p:txBody>
      </p:sp>
      <p:sp>
        <p:nvSpPr>
          <p:cNvPr id="224" name="日期占位符 15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25" name="页脚占位符 16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226" name="灯片编号占位符 17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229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30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31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2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234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35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36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239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40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41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日期占位符 1"/>
          <p:cNvSpPr>
            <a:spLocks noGrp="true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 dirty="false"/>
          </a:p>
        </p:txBody>
      </p:sp>
      <p:sp>
        <p:nvSpPr>
          <p:cNvPr id="244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45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>
  <p:cSld name="仅标题"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日期占位符 2"/>
          <p:cNvSpPr>
            <a:spLocks noGrp="true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48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49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  <p:sp>
        <p:nvSpPr>
          <p:cNvPr id="25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type="twoTxTwoObj">
  <p:cSld name="标题和副标题版式"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3" name="文本占位符 2"/>
          <p:cNvSpPr>
            <a:spLocks noGrp="true"/>
          </p:cNvSpPr>
          <p:nvPr>
            <p:ph type="body" idx="1" hasCustomPrompt="true"/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false">
            <a:normAutofit/>
          </a:bodyPr>
          <a:lstStyle>
            <a:lvl1pPr marL="0" indent="0">
              <a:lnSpc>
                <a:spcPct val="100000"/>
              </a:lnSpc>
              <a:buNone/>
              <a:defRPr sz="2000" b="true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 dirty="false"/>
              <a:t>单击此处编辑副标题</a:t>
            </a:r>
            <a:endParaRPr lang="en-US" altLang="zh-CN" dirty="false"/>
          </a:p>
        </p:txBody>
      </p:sp>
      <p:sp>
        <p:nvSpPr>
          <p:cNvPr id="254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55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56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日期占位符 1"/>
          <p:cNvSpPr>
            <a:spLocks noGrp="true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 dirty="false"/>
          </a:p>
        </p:txBody>
      </p:sp>
      <p:sp>
        <p:nvSpPr>
          <p:cNvPr id="259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60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>
  <p:cSld name="仅标题"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日期占位符 2"/>
          <p:cNvSpPr>
            <a:spLocks noGrp="true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63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64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  <p:sp>
        <p:nvSpPr>
          <p:cNvPr id="26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type="twoTxTwoObj">
  <p:cSld name="标题和副标题版式"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8" name="文本占位符 2"/>
          <p:cNvSpPr>
            <a:spLocks noGrp="true"/>
          </p:cNvSpPr>
          <p:nvPr>
            <p:ph type="body" idx="1" hasCustomPrompt="true"/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false">
            <a:normAutofit/>
          </a:bodyPr>
          <a:lstStyle>
            <a:lvl1pPr marL="0" indent="0">
              <a:lnSpc>
                <a:spcPct val="100000"/>
              </a:lnSpc>
              <a:buNone/>
              <a:defRPr sz="2000" b="true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 dirty="false"/>
              <a:t>单击此处编辑副标题</a:t>
            </a:r>
            <a:endParaRPr lang="en-US" altLang="zh-CN" dirty="false"/>
          </a:p>
        </p:txBody>
      </p:sp>
      <p:sp>
        <p:nvSpPr>
          <p:cNvPr id="269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70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71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274" name="内容占位符 2"/>
          <p:cNvSpPr>
            <a:spLocks noGrp="true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275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76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77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280" name="内容占位符 2"/>
          <p:cNvSpPr>
            <a:spLocks noGrp="true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smtClean="false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smtClean="false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mtClean="false">
                <a:latin typeface="+mn-lt"/>
                <a:ea typeface="+mn-ea"/>
                <a:cs typeface="+mn-cs"/>
              </a:rPr>
              <a:t>第二级</a:t>
            </a:r>
            <a:endParaRPr lang="zh-CN" altLang="en-US" smtClean="false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smtClean="false">
                <a:latin typeface="+mn-lt"/>
                <a:ea typeface="+mn-ea"/>
                <a:cs typeface="+mn-cs"/>
              </a:rPr>
              <a:t>第三级</a:t>
            </a:r>
            <a:endParaRPr lang="zh-CN" altLang="en-US" smtClean="false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smtClean="false">
                <a:latin typeface="+mn-lt"/>
                <a:ea typeface="+mn-ea"/>
                <a:cs typeface="+mn-cs"/>
              </a:rPr>
              <a:t>第四级</a:t>
            </a:r>
            <a:endParaRPr lang="zh-CN" altLang="en-US" smtClean="false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smtClean="false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81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>
                <a:latin typeface="+mn-lt"/>
                <a:ea typeface="+mn-ea"/>
                <a:cs typeface="+mn-cs"/>
              </a:rPr>
              <a:t/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82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83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>
                <a:latin typeface="+mn-lt"/>
                <a:ea typeface="+mn-ea"/>
                <a:cs typeface="+mn-cs"/>
              </a:rPr>
              <a:t/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标题幻灯片"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图片 6" descr="资源 2@4x"/>
          <p:cNvPicPr>
            <a:picLocks noChangeAspect="true"/>
          </p:cNvPicPr>
          <p:nvPr userDrawn="true"/>
        </p:nvPicPr>
        <p:blipFill>
          <a:blip r:embed="rId1"/>
          <a:stretch>
            <a:fillRect/>
          </a:stretch>
        </p:blipFill>
        <p:spPr>
          <a:xfrm>
            <a:off x="10877550" y="212090"/>
            <a:ext cx="1098550" cy="58293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>
  <p:cSld name="标题内容"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p="http://schemas.openxmlformats.org/presentationml/2006/main">
  <p:cSld name="空白"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内容"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图片 22"/>
          <p:cNvPicPr>
            <a:picLocks noChangeAspect="true"/>
          </p:cNvPicPr>
          <p:nvPr userDrawn="true"/>
        </p:nvPicPr>
        <p:blipFill rotWithShape="true">
          <a:blip r:embed="rId1"/>
          <a:srcRect l="44408" r="3685" b="39164"/>
          <a:stretch/>
        </p:blipFill>
        <p:spPr>
          <a:xfrm>
            <a:off x="6352674" y="4676596"/>
            <a:ext cx="5839326" cy="2181404"/>
          </a:xfrm>
          <a:prstGeom prst="rect">
            <a:avLst/>
          </a:prstGeom>
        </p:spPr>
      </p:pic>
      <p:sp>
        <p:nvSpPr>
          <p:cNvPr id="291" name="矩形 26"/>
          <p:cNvSpPr/>
          <p:nvPr userDrawn="true"/>
        </p:nvSpPr>
        <p:spPr>
          <a:xfrm>
            <a:off x="0" y="324451"/>
            <a:ext cx="168442" cy="763213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p="http://schemas.openxmlformats.org/presentationml/2006/main">
  <p:cSld name="内容"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矩形 26"/>
          <p:cNvSpPr/>
          <p:nvPr userDrawn="true"/>
        </p:nvSpPr>
        <p:spPr>
          <a:xfrm>
            <a:off x="0" y="324451"/>
            <a:ext cx="168442" cy="763213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内容"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图片 22"/>
          <p:cNvPicPr>
            <a:picLocks noChangeAspect="true"/>
          </p:cNvPicPr>
          <p:nvPr userDrawn="true"/>
        </p:nvPicPr>
        <p:blipFill rotWithShape="true">
          <a:blip r:embed="rId1"/>
          <a:srcRect l="44408" r="3685" b="39164"/>
          <a:stretch/>
        </p:blipFill>
        <p:spPr>
          <a:xfrm>
            <a:off x="6352674" y="4676596"/>
            <a:ext cx="5839326" cy="2181404"/>
          </a:xfrm>
          <a:prstGeom prst="rect">
            <a:avLst/>
          </a:prstGeom>
        </p:spPr>
      </p:pic>
      <p:pic>
        <p:nvPicPr>
          <p:cNvPr id="296" name="图片 22"/>
          <p:cNvPicPr>
            <a:picLocks noChangeAspect="true"/>
          </p:cNvPicPr>
          <p:nvPr userDrawn="true"/>
        </p:nvPicPr>
        <p:blipFill rotWithShape="true">
          <a:blip r:embed="rId1"/>
          <a:srcRect l="44408" r="3685" b="39164"/>
          <a:stretch>
            <a:fillRect/>
          </a:stretch>
        </p:blipFill>
        <p:spPr>
          <a:xfrm rot="10800000" flipH="false" flipV="false">
            <a:off x="0" y="0"/>
            <a:ext cx="5839326" cy="21814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p="http://schemas.openxmlformats.org/presentationml/2006/main">
  <p:cSld name="章节"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组合 24"/>
          <p:cNvGrpSpPr/>
          <p:nvPr userDrawn="true"/>
        </p:nvGrpSpPr>
        <p:grpSpPr>
          <a:xfrm>
            <a:off x="0" y="4491160"/>
            <a:ext cx="12192001" cy="2366840"/>
            <a:chOff x="0" y="-294348"/>
            <a:chExt cx="12192001" cy="2366840"/>
          </a:xfrm>
        </p:grpSpPr>
        <p:sp>
          <p:nvSpPr>
            <p:cNvPr id="299" name="任意多边形: 形状 25"/>
            <p:cNvSpPr/>
            <p:nvPr userDrawn="true"/>
          </p:nvSpPr>
          <p:spPr>
            <a:xfrm>
              <a:off x="2" y="25245"/>
              <a:ext cx="12191999" cy="1845592"/>
            </a:xfrm>
            <a:custGeom>
              <a:avLst/>
              <a:gdLst>
                <a:gd name="connsiteX0" fmla="*/ 12191999 w 12191999"/>
                <a:gd name="connsiteY0" fmla="*/ 0 h 1845592"/>
                <a:gd name="connsiteX1" fmla="*/ 12191999 w 12191999"/>
                <a:gd name="connsiteY1" fmla="*/ 1380127 h 1845592"/>
                <a:gd name="connsiteX2" fmla="*/ 12123391 w 12191999"/>
                <a:gd name="connsiteY2" fmla="*/ 1295271 h 1845592"/>
                <a:gd name="connsiteX3" fmla="*/ 11887201 w 12191999"/>
                <a:gd name="connsiteY3" fmla="*/ 1100269 h 1845592"/>
                <a:gd name="connsiteX4" fmla="*/ 11804750 w 12191999"/>
                <a:gd name="connsiteY4" fmla="*/ 1095711 h 1845592"/>
                <a:gd name="connsiteX5" fmla="*/ 11144251 w 12191999"/>
                <a:gd name="connsiteY5" fmla="*/ 1233619 h 1845592"/>
                <a:gd name="connsiteX6" fmla="*/ 10210801 w 12191999"/>
                <a:gd name="connsiteY6" fmla="*/ 1138369 h 1845592"/>
                <a:gd name="connsiteX7" fmla="*/ 9182101 w 12191999"/>
                <a:gd name="connsiteY7" fmla="*/ 1424119 h 1845592"/>
                <a:gd name="connsiteX8" fmla="*/ 8134351 w 12191999"/>
                <a:gd name="connsiteY8" fmla="*/ 1252669 h 1845592"/>
                <a:gd name="connsiteX9" fmla="*/ 7143751 w 12191999"/>
                <a:gd name="connsiteY9" fmla="*/ 1462219 h 1845592"/>
                <a:gd name="connsiteX10" fmla="*/ 6057902 w 12191999"/>
                <a:gd name="connsiteY10" fmla="*/ 1633669 h 1845592"/>
                <a:gd name="connsiteX11" fmla="*/ 4686304 w 12191999"/>
                <a:gd name="connsiteY11" fmla="*/ 1843219 h 1845592"/>
                <a:gd name="connsiteX12" fmla="*/ 3295651 w 12191999"/>
                <a:gd name="connsiteY12" fmla="*/ 1728919 h 1845592"/>
                <a:gd name="connsiteX13" fmla="*/ 2400301 w 12191999"/>
                <a:gd name="connsiteY13" fmla="*/ 1462219 h 1845592"/>
                <a:gd name="connsiteX14" fmla="*/ 800101 w 12191999"/>
                <a:gd name="connsiteY14" fmla="*/ 1366969 h 1845592"/>
                <a:gd name="connsiteX15" fmla="*/ 131565 w 12191999"/>
                <a:gd name="connsiteY15" fmla="*/ 1517583 h 1845592"/>
                <a:gd name="connsiteX16" fmla="*/ 0 w 12191999"/>
                <a:gd name="connsiteY16" fmla="*/ 1564994 h 1845592"/>
                <a:gd name="connsiteX17" fmla="*/ 0 w 12191999"/>
                <a:gd name="connsiteY17" fmla="*/ 785687 h 1845592"/>
                <a:gd name="connsiteX18" fmla="*/ 1 w 12191999"/>
                <a:gd name="connsiteY18" fmla="*/ 785687 h 1845592"/>
                <a:gd name="connsiteX19" fmla="*/ 1 w 12191999"/>
                <a:gd name="connsiteY19" fmla="*/ 1327834 h 1845592"/>
                <a:gd name="connsiteX20" fmla="*/ 2767 w 12191999"/>
                <a:gd name="connsiteY20" fmla="*/ 1326188 h 1845592"/>
                <a:gd name="connsiteX21" fmla="*/ 235975 w 12191999"/>
                <a:gd name="connsiteY21" fmla="*/ 1232558 h 1845592"/>
                <a:gd name="connsiteX22" fmla="*/ 1946788 w 12191999"/>
                <a:gd name="connsiteY22" fmla="*/ 737323 h 1845592"/>
                <a:gd name="connsiteX23" fmla="*/ 3539614 w 12191999"/>
                <a:gd name="connsiteY23" fmla="*/ 1331606 h 1845592"/>
                <a:gd name="connsiteX24" fmla="*/ 5692878 w 12191999"/>
                <a:gd name="connsiteY24" fmla="*/ 1463668 h 1845592"/>
                <a:gd name="connsiteX25" fmla="*/ 7492182 w 12191999"/>
                <a:gd name="connsiteY25" fmla="*/ 688123 h 1845592"/>
                <a:gd name="connsiteX26" fmla="*/ 9055511 w 12191999"/>
                <a:gd name="connsiteY26" fmla="*/ 968433 h 1845592"/>
                <a:gd name="connsiteX27" fmla="*/ 10176388 w 12191999"/>
                <a:gd name="connsiteY27" fmla="*/ 572245 h 1845592"/>
                <a:gd name="connsiteX28" fmla="*/ 11238272 w 12191999"/>
                <a:gd name="connsiteY28" fmla="*/ 638277 h 1845592"/>
                <a:gd name="connsiteX29" fmla="*/ 12080255 w 12191999"/>
                <a:gd name="connsiteY29" fmla="*/ 94356 h 1845592"/>
                <a:gd name="connsiteX30" fmla="*/ 12191999 w 12191999"/>
                <a:gd name="connsiteY30" fmla="*/ 0 h 184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91999" h="1845592">
                  <a:moveTo>
                    <a:pt x="12191999" y="0"/>
                  </a:moveTo>
                  <a:lnTo>
                    <a:pt x="12191999" y="1380127"/>
                  </a:lnTo>
                  <a:lnTo>
                    <a:pt x="12123391" y="1295271"/>
                  </a:lnTo>
                  <a:cubicBezTo>
                    <a:pt x="12048233" y="1202812"/>
                    <a:pt x="11968163" y="1113366"/>
                    <a:pt x="11887201" y="1100269"/>
                  </a:cubicBezTo>
                  <a:cubicBezTo>
                    <a:pt x="11860214" y="1095904"/>
                    <a:pt x="11832730" y="1094614"/>
                    <a:pt x="11804750" y="1095711"/>
                  </a:cubicBezTo>
                  <a:cubicBezTo>
                    <a:pt x="11608892" y="1103395"/>
                    <a:pt x="11388726" y="1228063"/>
                    <a:pt x="11144251" y="1233619"/>
                  </a:cubicBezTo>
                  <a:cubicBezTo>
                    <a:pt x="10864851" y="1239969"/>
                    <a:pt x="10537826" y="1106619"/>
                    <a:pt x="10210801" y="1138369"/>
                  </a:cubicBezTo>
                  <a:cubicBezTo>
                    <a:pt x="9883776" y="1170119"/>
                    <a:pt x="9528176" y="1405069"/>
                    <a:pt x="9182101" y="1424119"/>
                  </a:cubicBezTo>
                  <a:cubicBezTo>
                    <a:pt x="8836026" y="1443169"/>
                    <a:pt x="8474076" y="1246319"/>
                    <a:pt x="8134351" y="1252669"/>
                  </a:cubicBezTo>
                  <a:cubicBezTo>
                    <a:pt x="7794626" y="1259019"/>
                    <a:pt x="7489826" y="1398719"/>
                    <a:pt x="7143751" y="1462219"/>
                  </a:cubicBezTo>
                  <a:cubicBezTo>
                    <a:pt x="6797676" y="1525719"/>
                    <a:pt x="6467477" y="1570169"/>
                    <a:pt x="6057902" y="1633669"/>
                  </a:cubicBezTo>
                  <a:cubicBezTo>
                    <a:pt x="5648326" y="1697169"/>
                    <a:pt x="5146679" y="1827344"/>
                    <a:pt x="4686304" y="1843219"/>
                  </a:cubicBezTo>
                  <a:cubicBezTo>
                    <a:pt x="4225929" y="1859094"/>
                    <a:pt x="3676651" y="1792419"/>
                    <a:pt x="3295651" y="1728919"/>
                  </a:cubicBezTo>
                  <a:cubicBezTo>
                    <a:pt x="2914651" y="1665419"/>
                    <a:pt x="2816226" y="1522544"/>
                    <a:pt x="2400301" y="1462219"/>
                  </a:cubicBezTo>
                  <a:cubicBezTo>
                    <a:pt x="1984376" y="1401894"/>
                    <a:pt x="1311276" y="1300294"/>
                    <a:pt x="800101" y="1366969"/>
                  </a:cubicBezTo>
                  <a:cubicBezTo>
                    <a:pt x="544514" y="1400307"/>
                    <a:pt x="328217" y="1453885"/>
                    <a:pt x="131565" y="1517583"/>
                  </a:cubicBezTo>
                  <a:lnTo>
                    <a:pt x="0" y="1564994"/>
                  </a:lnTo>
                  <a:lnTo>
                    <a:pt x="0" y="785687"/>
                  </a:lnTo>
                  <a:lnTo>
                    <a:pt x="1" y="785687"/>
                  </a:lnTo>
                  <a:lnTo>
                    <a:pt x="1" y="1327834"/>
                  </a:lnTo>
                  <a:lnTo>
                    <a:pt x="2767" y="1326188"/>
                  </a:lnTo>
                  <a:cubicBezTo>
                    <a:pt x="64525" y="1292055"/>
                    <a:pt x="140111" y="1257320"/>
                    <a:pt x="235975" y="1232558"/>
                  </a:cubicBezTo>
                  <a:cubicBezTo>
                    <a:pt x="619433" y="1133511"/>
                    <a:pt x="1396182" y="720816"/>
                    <a:pt x="1946788" y="737323"/>
                  </a:cubicBezTo>
                  <a:cubicBezTo>
                    <a:pt x="2497394" y="753831"/>
                    <a:pt x="2915266" y="1210548"/>
                    <a:pt x="3539614" y="1331606"/>
                  </a:cubicBezTo>
                  <a:cubicBezTo>
                    <a:pt x="4163962" y="1452663"/>
                    <a:pt x="5034117" y="1570915"/>
                    <a:pt x="5692878" y="1463668"/>
                  </a:cubicBezTo>
                  <a:cubicBezTo>
                    <a:pt x="6351639" y="1356422"/>
                    <a:pt x="6931743" y="770663"/>
                    <a:pt x="7492182" y="688123"/>
                  </a:cubicBezTo>
                  <a:cubicBezTo>
                    <a:pt x="8052621" y="605584"/>
                    <a:pt x="8608143" y="987746"/>
                    <a:pt x="9055511" y="968433"/>
                  </a:cubicBezTo>
                  <a:cubicBezTo>
                    <a:pt x="9502879" y="949119"/>
                    <a:pt x="9812594" y="627271"/>
                    <a:pt x="10176388" y="572245"/>
                  </a:cubicBezTo>
                  <a:cubicBezTo>
                    <a:pt x="10540182" y="517219"/>
                    <a:pt x="10849898" y="781344"/>
                    <a:pt x="11238272" y="638277"/>
                  </a:cubicBezTo>
                  <a:cubicBezTo>
                    <a:pt x="11481006" y="548859"/>
                    <a:pt x="11802474" y="321877"/>
                    <a:pt x="12080255" y="94356"/>
                  </a:cubicBezTo>
                  <a:lnTo>
                    <a:pt x="12191999" y="0"/>
                  </a:lnTo>
                  <a:close/>
                </a:path>
              </a:pathLst>
            </a:custGeom>
            <a:solidFill>
              <a:srgbClr val="f1dbdb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>
                <a:highlight>
                  <a:srgbClr val="C00000">
                    <a:alpha val="100000"/>
                  </a:srgbClr>
                </a:highlight>
              </a:endParaRPr>
            </a:p>
          </p:txBody>
        </p:sp>
        <p:sp>
          <p:nvSpPr>
            <p:cNvPr id="300" name="任意多边形: 形状 26"/>
            <p:cNvSpPr/>
            <p:nvPr userDrawn="true"/>
          </p:nvSpPr>
          <p:spPr>
            <a:xfrm>
              <a:off x="2" y="-294348"/>
              <a:ext cx="12191998" cy="1825213"/>
            </a:xfrm>
            <a:custGeom>
              <a:avLst/>
              <a:gdLst>
                <a:gd name="connsiteX0" fmla="*/ 12142514 w 12191998"/>
                <a:gd name="connsiteY0" fmla="*/ 0 h 1825213"/>
                <a:gd name="connsiteX1" fmla="*/ 12191998 w 12191998"/>
                <a:gd name="connsiteY1" fmla="*/ 3409 h 1825213"/>
                <a:gd name="connsiteX2" fmla="*/ 12191998 w 12191998"/>
                <a:gd name="connsiteY2" fmla="*/ 319594 h 1825213"/>
                <a:gd name="connsiteX3" fmla="*/ 12080254 w 12191998"/>
                <a:gd name="connsiteY3" fmla="*/ 413950 h 1825213"/>
                <a:gd name="connsiteX4" fmla="*/ 11238271 w 12191998"/>
                <a:gd name="connsiteY4" fmla="*/ 957871 h 1825213"/>
                <a:gd name="connsiteX5" fmla="*/ 10176387 w 12191998"/>
                <a:gd name="connsiteY5" fmla="*/ 891839 h 1825213"/>
                <a:gd name="connsiteX6" fmla="*/ 9055510 w 12191998"/>
                <a:gd name="connsiteY6" fmla="*/ 1288027 h 1825213"/>
                <a:gd name="connsiteX7" fmla="*/ 7492181 w 12191998"/>
                <a:gd name="connsiteY7" fmla="*/ 1007717 h 1825213"/>
                <a:gd name="connsiteX8" fmla="*/ 5692877 w 12191998"/>
                <a:gd name="connsiteY8" fmla="*/ 1783262 h 1825213"/>
                <a:gd name="connsiteX9" fmla="*/ 3539613 w 12191998"/>
                <a:gd name="connsiteY9" fmla="*/ 1651200 h 1825213"/>
                <a:gd name="connsiteX10" fmla="*/ 1946787 w 12191998"/>
                <a:gd name="connsiteY10" fmla="*/ 1056917 h 1825213"/>
                <a:gd name="connsiteX11" fmla="*/ 235974 w 12191998"/>
                <a:gd name="connsiteY11" fmla="*/ 1552152 h 1825213"/>
                <a:gd name="connsiteX12" fmla="*/ 2766 w 12191998"/>
                <a:gd name="connsiteY12" fmla="*/ 1645782 h 1825213"/>
                <a:gd name="connsiteX13" fmla="*/ 0 w 12191998"/>
                <a:gd name="connsiteY13" fmla="*/ 1647428 h 1825213"/>
                <a:gd name="connsiteX14" fmla="*/ 0 w 12191998"/>
                <a:gd name="connsiteY14" fmla="*/ 1105281 h 1825213"/>
                <a:gd name="connsiteX15" fmla="*/ 4527 w 12191998"/>
                <a:gd name="connsiteY15" fmla="*/ 1105281 h 1825213"/>
                <a:gd name="connsiteX16" fmla="*/ 4527 w 12191998"/>
                <a:gd name="connsiteY16" fmla="*/ 1131442 h 1825213"/>
                <a:gd name="connsiteX17" fmla="*/ 80679 w 12191998"/>
                <a:gd name="connsiteY17" fmla="*/ 1098350 h 1825213"/>
                <a:gd name="connsiteX18" fmla="*/ 1832194 w 12191998"/>
                <a:gd name="connsiteY18" fmla="*/ 228878 h 1825213"/>
                <a:gd name="connsiteX19" fmla="*/ 3088715 w 12191998"/>
                <a:gd name="connsiteY19" fmla="*/ 1144112 h 1825213"/>
                <a:gd name="connsiteX20" fmla="*/ 4078702 w 12191998"/>
                <a:gd name="connsiteY20" fmla="*/ 778018 h 1825213"/>
                <a:gd name="connsiteX21" fmla="*/ 5487531 w 12191998"/>
                <a:gd name="connsiteY21" fmla="*/ 1533087 h 1825213"/>
                <a:gd name="connsiteX22" fmla="*/ 8119560 w 12191998"/>
                <a:gd name="connsiteY22" fmla="*/ 353494 h 1825213"/>
                <a:gd name="connsiteX23" fmla="*/ 10247081 w 12191998"/>
                <a:gd name="connsiteY23" fmla="*/ 663613 h 1825213"/>
                <a:gd name="connsiteX24" fmla="*/ 11218029 w 12191998"/>
                <a:gd name="connsiteY24" fmla="*/ 343282 h 1825213"/>
                <a:gd name="connsiteX25" fmla="*/ 12142514 w 12191998"/>
                <a:gd name="connsiteY25" fmla="*/ 0 h 182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191998" h="1825213">
                  <a:moveTo>
                    <a:pt x="12142514" y="0"/>
                  </a:moveTo>
                  <a:lnTo>
                    <a:pt x="12191998" y="3409"/>
                  </a:lnTo>
                  <a:lnTo>
                    <a:pt x="12191998" y="319594"/>
                  </a:lnTo>
                  <a:lnTo>
                    <a:pt x="12080254" y="413950"/>
                  </a:lnTo>
                  <a:cubicBezTo>
                    <a:pt x="11802473" y="641471"/>
                    <a:pt x="11481005" y="868453"/>
                    <a:pt x="11238271" y="957871"/>
                  </a:cubicBezTo>
                  <a:cubicBezTo>
                    <a:pt x="10849897" y="1100938"/>
                    <a:pt x="10540181" y="836813"/>
                    <a:pt x="10176387" y="891839"/>
                  </a:cubicBezTo>
                  <a:cubicBezTo>
                    <a:pt x="9812593" y="946865"/>
                    <a:pt x="9502878" y="1268713"/>
                    <a:pt x="9055510" y="1288027"/>
                  </a:cubicBezTo>
                  <a:cubicBezTo>
                    <a:pt x="8608142" y="1307340"/>
                    <a:pt x="8052620" y="925178"/>
                    <a:pt x="7492181" y="1007717"/>
                  </a:cubicBezTo>
                  <a:cubicBezTo>
                    <a:pt x="6931742" y="1090257"/>
                    <a:pt x="6351638" y="1676016"/>
                    <a:pt x="5692877" y="1783262"/>
                  </a:cubicBezTo>
                  <a:cubicBezTo>
                    <a:pt x="5034116" y="1890509"/>
                    <a:pt x="4163961" y="1772257"/>
                    <a:pt x="3539613" y="1651200"/>
                  </a:cubicBezTo>
                  <a:cubicBezTo>
                    <a:pt x="2915265" y="1530142"/>
                    <a:pt x="2497393" y="1073425"/>
                    <a:pt x="1946787" y="1056917"/>
                  </a:cubicBezTo>
                  <a:cubicBezTo>
                    <a:pt x="1396181" y="1040410"/>
                    <a:pt x="619432" y="1453105"/>
                    <a:pt x="235974" y="1552152"/>
                  </a:cubicBezTo>
                  <a:cubicBezTo>
                    <a:pt x="140110" y="1576914"/>
                    <a:pt x="64524" y="1611649"/>
                    <a:pt x="2766" y="1645782"/>
                  </a:cubicBezTo>
                  <a:lnTo>
                    <a:pt x="0" y="1647428"/>
                  </a:lnTo>
                  <a:lnTo>
                    <a:pt x="0" y="1105281"/>
                  </a:lnTo>
                  <a:lnTo>
                    <a:pt x="4527" y="1105281"/>
                  </a:lnTo>
                  <a:lnTo>
                    <a:pt x="4527" y="1131442"/>
                  </a:lnTo>
                  <a:lnTo>
                    <a:pt x="80679" y="1098350"/>
                  </a:lnTo>
                  <a:cubicBezTo>
                    <a:pt x="480482" y="919117"/>
                    <a:pt x="1330855" y="221252"/>
                    <a:pt x="1832194" y="228878"/>
                  </a:cubicBezTo>
                  <a:cubicBezTo>
                    <a:pt x="2333533" y="236504"/>
                    <a:pt x="2714297" y="1052588"/>
                    <a:pt x="3088715" y="1144112"/>
                  </a:cubicBezTo>
                  <a:cubicBezTo>
                    <a:pt x="3463134" y="1235635"/>
                    <a:pt x="3678899" y="713189"/>
                    <a:pt x="4078702" y="778018"/>
                  </a:cubicBezTo>
                  <a:cubicBezTo>
                    <a:pt x="4478505" y="842847"/>
                    <a:pt x="4814054" y="1603841"/>
                    <a:pt x="5487531" y="1533087"/>
                  </a:cubicBezTo>
                  <a:cubicBezTo>
                    <a:pt x="6161007" y="1462332"/>
                    <a:pt x="7326302" y="498406"/>
                    <a:pt x="8119560" y="353494"/>
                  </a:cubicBezTo>
                  <a:cubicBezTo>
                    <a:pt x="8912819" y="208582"/>
                    <a:pt x="9730670" y="665316"/>
                    <a:pt x="10247081" y="663613"/>
                  </a:cubicBezTo>
                  <a:cubicBezTo>
                    <a:pt x="10763492" y="661911"/>
                    <a:pt x="10871574" y="447915"/>
                    <a:pt x="11218029" y="343282"/>
                  </a:cubicBezTo>
                  <a:cubicBezTo>
                    <a:pt x="11499525" y="258269"/>
                    <a:pt x="11858000" y="10247"/>
                    <a:pt x="12142514" y="0"/>
                  </a:cubicBezTo>
                  <a:close/>
                </a:path>
              </a:pathLst>
            </a:custGeom>
            <a:solidFill>
              <a:srgbClr val="fcf7f7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>
                <a:highlight>
                  <a:srgbClr val="C00000">
                    <a:alpha val="100000"/>
                  </a:srgbClr>
                </a:highlight>
              </a:endParaRPr>
            </a:p>
          </p:txBody>
        </p:sp>
        <p:sp>
          <p:nvSpPr>
            <p:cNvPr id="301" name="任意多边形: 形状 27"/>
            <p:cNvSpPr/>
            <p:nvPr userDrawn="true"/>
          </p:nvSpPr>
          <p:spPr>
            <a:xfrm>
              <a:off x="0" y="810932"/>
              <a:ext cx="12192000" cy="1261560"/>
            </a:xfrm>
            <a:custGeom>
              <a:avLst/>
              <a:gdLst>
                <a:gd name="connsiteX0" fmla="*/ 0 w 12192000"/>
                <a:gd name="connsiteY0" fmla="*/ 0 h 1261560"/>
                <a:gd name="connsiteX1" fmla="*/ 1 w 12192000"/>
                <a:gd name="connsiteY1" fmla="*/ 0 h 1261560"/>
                <a:gd name="connsiteX2" fmla="*/ 1 w 12192000"/>
                <a:gd name="connsiteY2" fmla="*/ 779307 h 1261560"/>
                <a:gd name="connsiteX3" fmla="*/ 131566 w 12192000"/>
                <a:gd name="connsiteY3" fmla="*/ 731896 h 1261560"/>
                <a:gd name="connsiteX4" fmla="*/ 800102 w 12192000"/>
                <a:gd name="connsiteY4" fmla="*/ 581282 h 1261560"/>
                <a:gd name="connsiteX5" fmla="*/ 2400302 w 12192000"/>
                <a:gd name="connsiteY5" fmla="*/ 676532 h 1261560"/>
                <a:gd name="connsiteX6" fmla="*/ 3295652 w 12192000"/>
                <a:gd name="connsiteY6" fmla="*/ 943232 h 1261560"/>
                <a:gd name="connsiteX7" fmla="*/ 4686305 w 12192000"/>
                <a:gd name="connsiteY7" fmla="*/ 1057532 h 1261560"/>
                <a:gd name="connsiteX8" fmla="*/ 6057903 w 12192000"/>
                <a:gd name="connsiteY8" fmla="*/ 847982 h 1261560"/>
                <a:gd name="connsiteX9" fmla="*/ 7143752 w 12192000"/>
                <a:gd name="connsiteY9" fmla="*/ 676532 h 1261560"/>
                <a:gd name="connsiteX10" fmla="*/ 8134352 w 12192000"/>
                <a:gd name="connsiteY10" fmla="*/ 466982 h 1261560"/>
                <a:gd name="connsiteX11" fmla="*/ 9182102 w 12192000"/>
                <a:gd name="connsiteY11" fmla="*/ 638432 h 1261560"/>
                <a:gd name="connsiteX12" fmla="*/ 10210802 w 12192000"/>
                <a:gd name="connsiteY12" fmla="*/ 352682 h 1261560"/>
                <a:gd name="connsiteX13" fmla="*/ 11144252 w 12192000"/>
                <a:gd name="connsiteY13" fmla="*/ 447932 h 1261560"/>
                <a:gd name="connsiteX14" fmla="*/ 11804751 w 12192000"/>
                <a:gd name="connsiteY14" fmla="*/ 310024 h 1261560"/>
                <a:gd name="connsiteX15" fmla="*/ 11887202 w 12192000"/>
                <a:gd name="connsiteY15" fmla="*/ 314582 h 1261560"/>
                <a:gd name="connsiteX16" fmla="*/ 12123392 w 12192000"/>
                <a:gd name="connsiteY16" fmla="*/ 509584 h 1261560"/>
                <a:gd name="connsiteX17" fmla="*/ 12192000 w 12192000"/>
                <a:gd name="connsiteY17" fmla="*/ 594440 h 1261560"/>
                <a:gd name="connsiteX18" fmla="*/ 12192000 w 12192000"/>
                <a:gd name="connsiteY18" fmla="*/ 1261560 h 1261560"/>
                <a:gd name="connsiteX19" fmla="*/ 1 w 12192000"/>
                <a:gd name="connsiteY19" fmla="*/ 1261560 h 1261560"/>
                <a:gd name="connsiteX20" fmla="*/ 0 w 12192000"/>
                <a:gd name="connsiteY20" fmla="*/ 1261560 h 1261560"/>
                <a:gd name="connsiteX21" fmla="*/ 0 w 12192000"/>
                <a:gd name="connsiteY21" fmla="*/ 0 h 126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000" h="1261560">
                  <a:moveTo>
                    <a:pt x="0" y="0"/>
                  </a:moveTo>
                  <a:lnTo>
                    <a:pt x="1" y="0"/>
                  </a:lnTo>
                  <a:lnTo>
                    <a:pt x="1" y="779307"/>
                  </a:lnTo>
                  <a:lnTo>
                    <a:pt x="131566" y="731896"/>
                  </a:lnTo>
                  <a:cubicBezTo>
                    <a:pt x="328218" y="668198"/>
                    <a:pt x="544515" y="614620"/>
                    <a:pt x="800102" y="581282"/>
                  </a:cubicBezTo>
                  <a:cubicBezTo>
                    <a:pt x="1311277" y="514607"/>
                    <a:pt x="1984377" y="616207"/>
                    <a:pt x="2400302" y="676532"/>
                  </a:cubicBezTo>
                  <a:cubicBezTo>
                    <a:pt x="2816227" y="736857"/>
                    <a:pt x="2914652" y="879732"/>
                    <a:pt x="3295652" y="943232"/>
                  </a:cubicBezTo>
                  <a:cubicBezTo>
                    <a:pt x="3676652" y="1006732"/>
                    <a:pt x="4225930" y="1073407"/>
                    <a:pt x="4686305" y="1057532"/>
                  </a:cubicBezTo>
                  <a:cubicBezTo>
                    <a:pt x="5146680" y="1041657"/>
                    <a:pt x="5648327" y="911482"/>
                    <a:pt x="6057903" y="847982"/>
                  </a:cubicBezTo>
                  <a:cubicBezTo>
                    <a:pt x="6467478" y="784482"/>
                    <a:pt x="6797677" y="740032"/>
                    <a:pt x="7143752" y="676532"/>
                  </a:cubicBezTo>
                  <a:cubicBezTo>
                    <a:pt x="7489827" y="613032"/>
                    <a:pt x="7794627" y="473332"/>
                    <a:pt x="8134352" y="466982"/>
                  </a:cubicBezTo>
                  <a:cubicBezTo>
                    <a:pt x="8474077" y="460632"/>
                    <a:pt x="8836027" y="657482"/>
                    <a:pt x="9182102" y="638432"/>
                  </a:cubicBezTo>
                  <a:cubicBezTo>
                    <a:pt x="9528177" y="619382"/>
                    <a:pt x="9883777" y="384432"/>
                    <a:pt x="10210802" y="352682"/>
                  </a:cubicBezTo>
                  <a:cubicBezTo>
                    <a:pt x="10537827" y="320932"/>
                    <a:pt x="10864852" y="454282"/>
                    <a:pt x="11144252" y="447932"/>
                  </a:cubicBezTo>
                  <a:cubicBezTo>
                    <a:pt x="11388727" y="442376"/>
                    <a:pt x="11608893" y="317708"/>
                    <a:pt x="11804751" y="310024"/>
                  </a:cubicBezTo>
                  <a:cubicBezTo>
                    <a:pt x="11832731" y="308927"/>
                    <a:pt x="11860215" y="310217"/>
                    <a:pt x="11887202" y="314582"/>
                  </a:cubicBezTo>
                  <a:cubicBezTo>
                    <a:pt x="11968164" y="327679"/>
                    <a:pt x="12048234" y="417125"/>
                    <a:pt x="12123392" y="509584"/>
                  </a:cubicBezTo>
                  <a:lnTo>
                    <a:pt x="12192000" y="594440"/>
                  </a:lnTo>
                  <a:lnTo>
                    <a:pt x="12192000" y="1261560"/>
                  </a:lnTo>
                  <a:lnTo>
                    <a:pt x="1" y="1261560"/>
                  </a:lnTo>
                  <a:lnTo>
                    <a:pt x="0" y="1261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0000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>
                <a:highlight>
                  <a:srgbClr val="C00000">
                    <a:alpha val="100000"/>
                  </a:srgbClr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日期占位符 1"/>
          <p:cNvSpPr>
            <a:spLocks noGrp="true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 dirty="false"/>
          </a:p>
        </p:txBody>
      </p:sp>
      <p:sp>
        <p:nvSpPr>
          <p:cNvPr id="304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05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日期占位符 1"/>
          <p:cNvSpPr>
            <a:spLocks noGrp="true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 dirty="false"/>
          </a:p>
        </p:txBody>
      </p:sp>
      <p:sp>
        <p:nvSpPr>
          <p:cNvPr id="308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09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标题 1"/>
          <p:cNvSpPr>
            <a:spLocks noGrp="true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312" name="日期占位符 2"/>
          <p:cNvSpPr>
            <a:spLocks noGrp="true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313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14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标题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false" anchor="ctr" anchorCtr="false">
            <a:normAutofit/>
          </a:bodyPr>
          <a:lstStyle/>
          <a:p>
            <a:pPr lvl="0"/>
            <a:r>
              <a:rPr lang="zh-CN" altLang="en-US" smtClean="false"/>
              <a:t>单击此处编辑母版标题样式</a:t>
            </a:r>
            <a:endParaRPr lang="zh-CN" altLang="en-US"/>
          </a:p>
        </p:txBody>
      </p:sp>
      <p:sp>
        <p:nvSpPr>
          <p:cNvPr id="317" name="内容占位符 2"/>
          <p:cNvSpPr>
            <a:spLocks noGrp="true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smtClean="false"/>
              <a:t>单击此处编辑母版文本样式</a:t>
            </a:r>
            <a:endParaRPr lang="zh-CN" altLang="en-US" smtClean="false"/>
          </a:p>
          <a:p>
            <a:pPr lvl="1"/>
            <a:r>
              <a:rPr lang="zh-CN" altLang="en-US" smtClean="false"/>
              <a:t>第二级</a:t>
            </a:r>
            <a:endParaRPr lang="zh-CN" altLang="en-US" smtClean="false"/>
          </a:p>
          <a:p>
            <a:pPr lvl="2"/>
            <a:r>
              <a:rPr lang="zh-CN" altLang="en-US" smtClean="false"/>
              <a:t>第三级</a:t>
            </a:r>
            <a:endParaRPr lang="zh-CN" altLang="en-US" smtClean="false"/>
          </a:p>
          <a:p>
            <a:pPr lvl="3"/>
            <a:r>
              <a:rPr lang="zh-CN" altLang="en-US" smtClean="false"/>
              <a:t>第四级</a:t>
            </a:r>
            <a:endParaRPr lang="zh-CN" altLang="en-US" smtClean="false"/>
          </a:p>
          <a:p>
            <a:pPr lvl="4"/>
            <a:r>
              <a:rPr lang="zh-CN" altLang="en-US" smtClean="false"/>
              <a:t>第五级</a:t>
            </a:r>
            <a:endParaRPr lang="zh-CN" altLang="en-US"/>
          </a:p>
        </p:txBody>
      </p:sp>
      <p:sp>
        <p:nvSpPr>
          <p:cNvPr id="318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319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20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Relationship Id="rId15" Type="http://schemas.openxmlformats.org/officeDocument/2006/relationships/theme" Target="../theme/theme1.xml" /><Relationship Id="rId14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slideLayout" Target="../slideLayouts/slideLayout12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3.xml" /><Relationship Id="rId13" Type="http://schemas.openxmlformats.org/officeDocument/2006/relationships/slideLayout" Target="../slideLayouts/slideLayout14.xml" /></Relationships>
</file>

<file path=ppt/slideMasters/_rels/slideMaster2.xml.rels><?xml version="1.0" encoding="UTF-8" standalone="yes"?><Relationships xmlns="http://schemas.openxmlformats.org/package/2006/relationships"><Relationship Id="rId6" Type="http://schemas.openxmlformats.org/officeDocument/2006/relationships/slideLayout" Target="../slideLayouts/slideLayout22.xml" /><Relationship Id="rId7" Type="http://schemas.openxmlformats.org/officeDocument/2006/relationships/slideLayout" Target="../slideLayouts/slideLayout23.xml" /><Relationship Id="rId5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20.xml" /><Relationship Id="rId0" Type="http://schemas.openxmlformats.org/officeDocument/2006/relationships/slideLayout" Target="../slideLayouts/slideLayout16.xml" /><Relationship Id="rId9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18.xml" /><Relationship Id="rId10" Type="http://schemas.openxmlformats.org/officeDocument/2006/relationships/slideLayout" Target="../slideLayouts/slideLayout26.xml" /><Relationship Id="rId1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8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19.xml" /></Relationships>
</file>

<file path=ppt/slideMasters/_rels/slideMaster3.xml.rels><?xml version="1.0" encoding="UTF-8" standalone="yes"?><Relationships xmlns="http://schemas.openxmlformats.org/package/2006/relationships"><Relationship Id="rId3" Type="http://schemas.openxmlformats.org/officeDocument/2006/relationships/theme" Target="../theme/theme8.xml" /><Relationship Id="rId4" Type="http://schemas.openxmlformats.org/officeDocument/2006/relationships/image" Target="media/image34.jpg" /><Relationship Id="rId2" Type="http://schemas.openxmlformats.org/officeDocument/2006/relationships/slideLayout" Target="../slideLayouts/slideLayout35.xml" /><Relationship Id="rId0" Type="http://schemas.openxmlformats.org/officeDocument/2006/relationships/slideLayout" Target="../slideLayouts/slideLayout33.xml" /><Relationship Id="rId1" Type="http://schemas.openxmlformats.org/officeDocument/2006/relationships/slideLayout" Target="../slideLayouts/slideLayout34.xml" /></Relationships>
</file>

<file path=ppt/slideMasters/_rels/slideMaster4.xml.rels><?xml version="1.0" encoding="UTF-8" standalone="yes"?><Relationships xmlns="http://schemas.openxmlformats.org/package/2006/relationships"><Relationship Id="rId5" Type="http://schemas.openxmlformats.org/officeDocument/2006/relationships/image" Target="media/image57.jpg" /><Relationship Id="rId3" Type="http://schemas.openxmlformats.org/officeDocument/2006/relationships/slideLayout" Target="../slideLayouts/slideLayout39.xml" /><Relationship Id="rId0" Type="http://schemas.openxmlformats.org/officeDocument/2006/relationships/slideLayout" Target="../slideLayouts/slideLayout36.xml" /><Relationship Id="rId4" Type="http://schemas.openxmlformats.org/officeDocument/2006/relationships/theme" Target="../theme/theme9.xml" /><Relationship Id="rId2" Type="http://schemas.openxmlformats.org/officeDocument/2006/relationships/slideLayout" Target="../slideLayouts/slideLayout38.xml" /><Relationship Id="rId1" Type="http://schemas.openxmlformats.org/officeDocument/2006/relationships/slideLayout" Target="../slideLayouts/slideLayout37.xml" 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theme" Target="../theme/theme10.xml" /><Relationship Id="rId0" Type="http://schemas.openxmlformats.org/officeDocument/2006/relationships/slideLayout" Target="../slideLayouts/slideLayout40.xml" /></Relationships>
</file>

<file path=ppt/slideMasters/_rels/slideMaster6.xml.rels><?xml version="1.0" encoding="UTF-8" standalone="yes"?><Relationships xmlns="http://schemas.openxmlformats.org/package/2006/relationships"><Relationship Id="rId9" Type="http://schemas.openxmlformats.org/officeDocument/2006/relationships/image" Target="media/image58.png" /><Relationship Id="rId7" Type="http://schemas.openxmlformats.org/officeDocument/2006/relationships/slideLayout" Target="../slideLayouts/slideLayout48.xml" /><Relationship Id="rId8" Type="http://schemas.openxmlformats.org/officeDocument/2006/relationships/theme" Target="../theme/theme11.xml" /><Relationship Id="rId6" Type="http://schemas.openxmlformats.org/officeDocument/2006/relationships/slideLayout" Target="../slideLayouts/slideLayout47.xml" /><Relationship Id="rId1" Type="http://schemas.openxmlformats.org/officeDocument/2006/relationships/slideLayout" Target="../slideLayouts/slideLayout42.xml" /><Relationship Id="rId0" Type="http://schemas.openxmlformats.org/officeDocument/2006/relationships/slideLayout" Target="../slideLayouts/slideLayout41.xml" /><Relationship Id="rId5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43.xml" /><Relationship Id="rId3" Type="http://schemas.openxmlformats.org/officeDocument/2006/relationships/slideLayout" Target="../slideLayouts/slideLayout44.xml" /><Relationship Id="rId4" Type="http://schemas.openxmlformats.org/officeDocument/2006/relationships/slideLayout" Target="../slideLayouts/slideLayout45.xml" /></Relationships>
</file>

<file path=ppt/slideMasters/_rels/slideMaster7.xml.rels><?xml version="1.0" encoding="UTF-8" standalone="yes"?><Relationships xmlns="http://schemas.openxmlformats.org/package/2006/relationships"><Relationship Id="rId2" Type="http://schemas.openxmlformats.org/officeDocument/2006/relationships/image" Target="media/image60.jpg" /><Relationship Id="rId0" Type="http://schemas.openxmlformats.org/officeDocument/2006/relationships/slideLayout" Target="../slideLayouts/slideLayout49.xml" /><Relationship Id="rId1" Type="http://schemas.openxmlformats.org/officeDocument/2006/relationships/theme" Target="../theme/theme12.xml" /></Relationships>
</file>

<file path=ppt/slideMasters/_rels/slideMaster8.xml.rels><?xml version="1.0" encoding="UTF-8" standalone="yes"?><Relationships xmlns="http://schemas.openxmlformats.org/package/2006/relationships"><Relationship Id="rId2" Type="http://schemas.openxmlformats.org/officeDocument/2006/relationships/image" Target="media/image61.jpg" /><Relationship Id="rId0" Type="http://schemas.openxmlformats.org/officeDocument/2006/relationships/slideLayout" Target="../slideLayouts/slideLayout50.xml" /><Relationship Id="rId1" Type="http://schemas.openxmlformats.org/officeDocument/2006/relationships/theme" Target="../theme/theme13.xml" 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theme" Target="../theme/theme14.xml" /><Relationship Id="rId0" Type="http://schemas.openxmlformats.org/officeDocument/2006/relationships/slideLayout" Target="../slideLayouts/slideLayout51.xml" 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theme" Target="../theme/theme15.xml" /><Relationship Id="rId0" Type="http://schemas.openxmlformats.org/officeDocument/2006/relationships/slideLayout" Target="../slideLayouts/slideLayout52.xml" /></Relationships>
</file>

<file path=ppt/slideMasters/_rels/slideMaster11.xml.rels><?xml version="1.0" encoding="UTF-8" standalone="yes"?><Relationships xmlns="http://schemas.openxmlformats.org/package/2006/relationships"><Relationship Id="rId2" Type="http://schemas.openxmlformats.org/officeDocument/2006/relationships/theme" Target="../theme/theme3.xml" /><Relationship Id="rId0" Type="http://schemas.openxmlformats.org/officeDocument/2006/relationships/slideLayout" Target="../slideLayouts/slideLayout27.xml" /><Relationship Id="rId1" Type="http://schemas.openxmlformats.org/officeDocument/2006/relationships/slideLayout" Target="../slideLayouts/slideLayout28.xml" /></Relationships>
</file>

<file path=ppt/slideMasters/_rels/slideMaster12.xml.rels><?xml version="1.0" encoding="UTF-8" standalone="yes"?><Relationships xmlns="http://schemas.openxmlformats.org/package/2006/relationships"><Relationship Id="rId2" Type="http://schemas.openxmlformats.org/officeDocument/2006/relationships/theme" Target="../theme/theme4.xml" /><Relationship Id="rId0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30.xml" /></Relationships>
</file>

<file path=ppt/slideMasters/_rels/slideMaster13.xml.rels><?xml version="1.0" encoding="UTF-8" standalone="yes"?><Relationships xmlns="http://schemas.openxmlformats.org/package/2006/relationships"><Relationship Id="rId1" Type="http://schemas.openxmlformats.org/officeDocument/2006/relationships/theme" Target="../theme/theme5.xml" /><Relationship Id="rId0" Type="http://schemas.openxmlformats.org/officeDocument/2006/relationships/slideLayout" Target="../slideLayouts/slideLayout31.xml" /></Relationships>
</file>

<file path=ppt/slideMasters/_rels/slideMaster14.xml.rels><?xml version="1.0" encoding="UTF-8" standalone="yes"?><Relationships xmlns="http://schemas.openxmlformats.org/package/2006/relationships"><Relationship Id="rId1" Type="http://schemas.openxmlformats.org/officeDocument/2006/relationships/theme" Target="../theme/theme6.xml" /><Relationship Id="rId0" Type="http://schemas.openxmlformats.org/officeDocument/2006/relationships/slideLayout" Target="../slideLayouts/slideLayout3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false" anchor="ctr" anchorCtr="false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9" name="文本占位符 2"/>
          <p:cNvSpPr>
            <a:spLocks noGrp="true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10" name="日期占位符 3"/>
          <p:cNvSpPr>
            <a:spLocks noGrp="true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1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0"/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</p:sldLayoutIdLst>
  <p:txStyles>
    <p:titleStyle>
      <a:lvl1pPr algn="l" defTabSz="914400" rtl="false" eaLnBrk="true" fontAlgn="auto" latinLnBrk="false" hangingPunct="true">
        <a:lnSpc>
          <a:spcPct val="100000"/>
        </a:lnSpc>
        <a:spcBef>
          <a:spcPct val="1"/>
        </a:spcBef>
        <a:buNone/>
        <a:defRPr sz="3600" b="false" u="none" strike="noStrike" kern="1200" cap="none" spc="300" normalizeH="false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fontAlgn="auto" latinLnBrk="false" hangingPunct="true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形状2"/>
          <p:cNvSpPr/>
          <p:nvPr userDrawn="true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fals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false" lang="zh-CN" altLang="en-US" sz="1800" b="false" i="false" u="none" strike="noStrike" kern="1200" cap="none" spc="0" normalizeH="false" baseline="0" noProof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39" name="标题占位符 1"/>
          <p:cNvSpPr>
            <a:spLocks noGrp="true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false" anchor="b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40" name="文本占位符 2"/>
          <p:cNvSpPr>
            <a:spLocks noGrp="true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三级</a:t>
            </a:r>
            <a:endParaRPr lang="zh-CN" altLang="en-US" dirty="false"/>
          </a:p>
          <a:p>
            <a:pPr lvl="3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四级</a:t>
            </a:r>
            <a:endParaRPr lang="zh-CN" altLang="en-US" dirty="false"/>
          </a:p>
          <a:p>
            <a:pPr lvl="4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五级</a:t>
            </a:r>
            <a:endParaRPr lang="zh-CN" altLang="en-US" dirty="false"/>
          </a:p>
        </p:txBody>
      </p:sp>
      <p:sp>
        <p:nvSpPr>
          <p:cNvPr id="41" name="日期占位符 3"/>
          <p:cNvSpPr>
            <a:spLocks noGrp="true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42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43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  <p:pic>
        <p:nvPicPr>
          <p:cNvPr id="44" name="图片 8562"/>
          <p:cNvPicPr>
            <a:picLocks noChangeAspect="true"/>
          </p:cNvPicPr>
          <p:nvPr userDrawn="true"/>
        </p:nvPicPr>
        <p:blipFill>
          <a:blip r:embed="rId4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5" name="KSO_TEMPLATE" hidden="true"/>
          <p:cNvSpPr/>
          <p:nvPr userDrawn="true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0"/>
    <p:sldLayoutId id="2147483678" r:id="rId1"/>
    <p:sldLayoutId id="2147483679" r:id="rId2"/>
  </p:sldLayoutIdLst>
  <p:txStyles>
    <p:titleStyle>
      <a:lvl1pPr algn="l" defTabSz="914400" rtl="false" eaLnBrk="true" latinLnBrk="false" hangingPunct="true">
        <a:lnSpc>
          <a:spcPct val="100000"/>
        </a:lnSpc>
        <a:spcBef>
          <a:spcPct val="1"/>
        </a:spcBef>
        <a:buNone/>
        <a:defRPr sz="3200" b="true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形状2"/>
          <p:cNvSpPr/>
          <p:nvPr userDrawn="true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fals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false" lang="zh-CN" altLang="en-US" sz="1800" b="false" i="false" u="none" strike="noStrike" kern="1200" cap="none" spc="0" normalizeH="false" baseline="0" noProof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48" name="标题占位符 1"/>
          <p:cNvSpPr>
            <a:spLocks noGrp="true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false" anchor="b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49" name="文本占位符 2"/>
          <p:cNvSpPr>
            <a:spLocks noGrp="true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三级</a:t>
            </a:r>
            <a:endParaRPr lang="zh-CN" altLang="en-US" dirty="false"/>
          </a:p>
          <a:p>
            <a:pPr lvl="3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四级</a:t>
            </a:r>
            <a:endParaRPr lang="zh-CN" altLang="en-US" dirty="false"/>
          </a:p>
          <a:p>
            <a:pPr lvl="4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五级</a:t>
            </a:r>
            <a:endParaRPr lang="zh-CN" altLang="en-US" dirty="false"/>
          </a:p>
        </p:txBody>
      </p:sp>
      <p:sp>
        <p:nvSpPr>
          <p:cNvPr id="50" name="日期占位符 3"/>
          <p:cNvSpPr>
            <a:spLocks noGrp="true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51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52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  <p:pic>
        <p:nvPicPr>
          <p:cNvPr id="53" name="图片 8562"/>
          <p:cNvPicPr>
            <a:picLocks noChangeAspect="true"/>
          </p:cNvPicPr>
          <p:nvPr userDrawn="true"/>
        </p:nvPicPr>
        <p:blipFill>
          <a:blip r:embed="rId5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4" name="KSO_TEMPLATE" hidden="true"/>
          <p:cNvSpPr/>
          <p:nvPr userDrawn="true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0"/>
    <p:sldLayoutId id="2147483682" r:id="rId1"/>
    <p:sldLayoutId id="2147483683" r:id="rId2"/>
    <p:sldLayoutId id="2147483684" r:id="rId3"/>
  </p:sldLayoutIdLst>
  <p:txStyles>
    <p:titleStyle>
      <a:lvl1pPr algn="l" defTabSz="914400" rtl="false" eaLnBrk="true" latinLnBrk="false" hangingPunct="true">
        <a:lnSpc>
          <a:spcPct val="100000"/>
        </a:lnSpc>
        <a:spcBef>
          <a:spcPct val="1"/>
        </a:spcBef>
        <a:buNone/>
        <a:defRPr sz="3200" b="true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占位符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false" anchor="ctr" anchorCtr="false">
            <a:normAutofit/>
          </a:bodyPr>
          <a:lstStyle/>
          <a:p>
            <a:pPr/>
            <a:r>
              <a:rPr lang="zh-CN" altLang="en-US" dirty="false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 dirty="false">
              <a:latin typeface="+mj-lt"/>
              <a:ea typeface="+mj-ea"/>
              <a:cs typeface="+mj-cs"/>
            </a:endParaRPr>
          </a:p>
        </p:txBody>
      </p:sp>
      <p:sp>
        <p:nvSpPr>
          <p:cNvPr id="57" name="文本占位符 2"/>
          <p:cNvSpPr>
            <a:spLocks noGrp="true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dirty="false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false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false">
                <a:latin typeface="+mn-lt"/>
                <a:ea typeface="+mn-ea"/>
                <a:cs typeface="+mn-cs"/>
              </a:rPr>
              <a:t>第二级</a:t>
            </a:r>
            <a:endParaRPr lang="zh-CN" altLang="en-US" dirty="false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false">
                <a:latin typeface="+mn-lt"/>
                <a:ea typeface="+mn-ea"/>
                <a:cs typeface="+mn-cs"/>
              </a:rPr>
              <a:t>第三级</a:t>
            </a:r>
            <a:endParaRPr lang="zh-CN" altLang="en-US" dirty="false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false">
                <a:latin typeface="+mn-lt"/>
                <a:ea typeface="+mn-ea"/>
                <a:cs typeface="+mn-cs"/>
              </a:rPr>
              <a:t>第四级</a:t>
            </a:r>
            <a:endParaRPr lang="zh-CN" altLang="en-US" dirty="false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false">
                <a:latin typeface="+mn-lt"/>
                <a:ea typeface="+mn-ea"/>
                <a:cs typeface="+mn-cs"/>
              </a:rPr>
              <a:t>第五级</a:t>
            </a:r>
            <a:endParaRPr lang="zh-CN" altLang="en-US" dirty="false">
              <a:latin typeface="+mn-lt"/>
              <a:ea typeface="+mn-ea"/>
              <a:cs typeface="+mn-cs"/>
            </a:endParaRPr>
          </a:p>
        </p:txBody>
      </p:sp>
      <p:sp>
        <p:nvSpPr>
          <p:cNvPr id="58" name="日期占位符 3"/>
          <p:cNvSpPr>
            <a:spLocks noGrp="true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59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60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0"/>
  </p:sldLayoutIdLst>
  <p:txStyles>
    <p:titleStyle>
      <a:lvl1pPr algn="l" defTabSz="914400" rtl="false" eaLnBrk="true" fontAlgn="auto" latinLnBrk="false" hangingPunct="true">
        <a:lnSpc>
          <a:spcPct val="100000"/>
        </a:lnSpc>
        <a:spcBef>
          <a:spcPct val="1"/>
        </a:spcBef>
        <a:buNone/>
        <a:defRPr sz="3600" b="false" u="none" strike="noStrike" kern="1200" cap="none" spc="300" normalizeH="false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fontAlgn="auto" latinLnBrk="false" hangingPunct="true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" descr="资源 2@4x"/>
          <p:cNvPicPr>
            <a:picLocks noChangeAspect="true"/>
          </p:cNvPicPr>
          <p:nvPr userDrawn="true"/>
        </p:nvPicPr>
        <p:blipFill>
          <a:blip r:embed="rId9"/>
          <a:stretch>
            <a:fillRect/>
          </a:stretch>
        </p:blipFill>
        <p:spPr>
          <a:xfrm>
            <a:off x="10877550" y="212090"/>
            <a:ext cx="1098550" cy="582930"/>
          </a:xfrm>
          <a:prstGeom prst="rect">
            <a:avLst/>
          </a:prstGeom>
          <a:noFill/>
        </p:spPr>
      </p:pic>
      <p:sp>
        <p:nvSpPr>
          <p:cNvPr id="63" name="文本框 7"/>
          <p:cNvSpPr txBox="true"/>
          <p:nvPr userDrawn="true"/>
        </p:nvSpPr>
        <p:spPr>
          <a:xfrm>
            <a:off x="644525" y="694055"/>
            <a:ext cx="4064000" cy="368300"/>
          </a:xfrm>
          <a:prstGeom prst="rect">
            <a:avLst/>
          </a:prstGeom>
          <a:noFill/>
        </p:spPr>
        <p:txBody>
          <a:bodyPr wrap="square" rtlCol="false">
            <a:spAutoFit/>
          </a:bodyPr>
          <a:p>
            <a:pPr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0"/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hf sldNum="false" ftr="false" dt="false"/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形状2"/>
          <p:cNvSpPr/>
          <p:nvPr userDrawn="true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fals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false" lang="zh-CN" altLang="en-US" sz="1800" b="false" i="false" u="none" strike="noStrike" kern="1200" cap="none" spc="0" normalizeH="false" baseline="0" noProof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66" name="标题占位符 1"/>
          <p:cNvSpPr>
            <a:spLocks noGrp="true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false" anchor="b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67" name="文本占位符 2"/>
          <p:cNvSpPr>
            <a:spLocks noGrp="true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三级</a:t>
            </a:r>
            <a:endParaRPr lang="zh-CN" altLang="en-US" dirty="false"/>
          </a:p>
          <a:p>
            <a:pPr lvl="3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四级</a:t>
            </a:r>
            <a:endParaRPr lang="zh-CN" altLang="en-US" dirty="false"/>
          </a:p>
          <a:p>
            <a:pPr lvl="4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五级</a:t>
            </a:r>
            <a:endParaRPr lang="zh-CN" altLang="en-US" dirty="false"/>
          </a:p>
        </p:txBody>
      </p:sp>
      <p:sp>
        <p:nvSpPr>
          <p:cNvPr id="68" name="日期占位符 3"/>
          <p:cNvSpPr>
            <a:spLocks noGrp="true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69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70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  <p:pic>
        <p:nvPicPr>
          <p:cNvPr id="71" name="图片 8562"/>
          <p:cNvPicPr>
            <a:picLocks noChangeAspect="true"/>
          </p:cNvPicPr>
          <p:nvPr userDrawn="true"/>
        </p:nvPicPr>
        <p:blipFill>
          <a:blip r:embed="rId2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2" name="KSO_TEMPLATE" hidden="true"/>
          <p:cNvSpPr/>
          <p:nvPr userDrawn="true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0"/>
  </p:sldLayoutIdLst>
  <p:txStyles>
    <p:titleStyle>
      <a:lvl1pPr algn="l" defTabSz="914400" rtl="false" eaLnBrk="true" latinLnBrk="false" hangingPunct="true">
        <a:lnSpc>
          <a:spcPct val="100000"/>
        </a:lnSpc>
        <a:spcBef>
          <a:spcPct val="1"/>
        </a:spcBef>
        <a:buNone/>
        <a:defRPr sz="3200" b="true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形状2"/>
          <p:cNvSpPr/>
          <p:nvPr userDrawn="true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fals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false" lang="zh-CN" altLang="en-US" sz="1800" b="false" i="false" u="none" strike="noStrike" kern="1200" cap="none" spc="0" normalizeH="false" baseline="0" noProof="fals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75" name="标题占位符 1"/>
          <p:cNvSpPr>
            <a:spLocks noGrp="true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false" anchor="b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76" name="文本占位符 2"/>
          <p:cNvSpPr>
            <a:spLocks noGrp="true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三级</a:t>
            </a:r>
            <a:endParaRPr lang="zh-CN" altLang="en-US" dirty="false"/>
          </a:p>
          <a:p>
            <a:pPr lvl="3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四级</a:t>
            </a:r>
            <a:endParaRPr lang="zh-CN" altLang="en-US" dirty="false"/>
          </a:p>
          <a:p>
            <a:pPr lvl="4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五级</a:t>
            </a:r>
            <a:endParaRPr lang="zh-CN" altLang="en-US" dirty="false"/>
          </a:p>
        </p:txBody>
      </p:sp>
      <p:sp>
        <p:nvSpPr>
          <p:cNvPr id="77" name="日期占位符 3"/>
          <p:cNvSpPr>
            <a:spLocks noGrp="true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78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79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  <p:pic>
        <p:nvPicPr>
          <p:cNvPr id="80" name="图片 8562"/>
          <p:cNvPicPr>
            <a:picLocks noChangeAspect="true"/>
          </p:cNvPicPr>
          <p:nvPr userDrawn="true"/>
        </p:nvPicPr>
        <p:blipFill>
          <a:blip r:embed="rId2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1" name="KSO_TEMPLATE" hidden="true"/>
          <p:cNvSpPr/>
          <p:nvPr userDrawn="true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0"/>
  </p:sldLayoutIdLst>
  <p:txStyles>
    <p:titleStyle>
      <a:lvl1pPr algn="l" defTabSz="914400" rtl="false" eaLnBrk="true" latinLnBrk="false" hangingPunct="true">
        <a:lnSpc>
          <a:spcPct val="100000"/>
        </a:lnSpc>
        <a:spcBef>
          <a:spcPct val="1"/>
        </a:spcBef>
        <a:buNone/>
        <a:defRPr sz="3200" b="true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标题占位符 1"/>
          <p:cNvSpPr>
            <a:spLocks noGrp="true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false" anchor="b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84" name="文本占位符 2"/>
          <p:cNvSpPr>
            <a:spLocks noGrp="true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三级</a:t>
            </a:r>
            <a:endParaRPr lang="zh-CN" altLang="en-US" dirty="false"/>
          </a:p>
          <a:p>
            <a:pPr lvl="3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四级</a:t>
            </a:r>
            <a:endParaRPr lang="zh-CN" altLang="en-US" dirty="false"/>
          </a:p>
          <a:p>
            <a:pPr lvl="4"/>
            <a:r>
              <a:rPr lang="zh-CN" altLang="en-US" dirty="false">
                <a:sym typeface="+mn-ea"/>
              </a:rPr>
              <a:t>第</a:t>
            </a:r>
            <a:r>
              <a:rPr lang="zh-CN" altLang="en-US" dirty="false"/>
              <a:t>五级</a:t>
            </a:r>
            <a:endParaRPr lang="zh-CN" altLang="en-US" dirty="false"/>
          </a:p>
        </p:txBody>
      </p:sp>
      <p:sp>
        <p:nvSpPr>
          <p:cNvPr id="85" name="日期占位符 3"/>
          <p:cNvSpPr>
            <a:spLocks noGrp="true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592522B-0F24-4480-B9DD-A9474A6880D6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86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87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false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BE5F26B5-172A-4DC2-B0B7-181CFC56B87C}" type="slidenum">
              <a:rPr lang="zh-CN" altLang="en-US" smtClean="false"/>
              <a:t/>
            </a:fld>
            <a:endParaRPr lang="zh-CN" altLang="en-US"/>
          </a:p>
        </p:txBody>
      </p:sp>
      <p:sp>
        <p:nvSpPr>
          <p:cNvPr id="88" name="KSO_TEMPLATE" hidden="true"/>
          <p:cNvSpPr/>
          <p:nvPr userDrawn="true"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0"/>
  </p:sldLayoutIdLst>
  <p:txStyles>
    <p:titleStyle>
      <a:lvl1pPr algn="l" defTabSz="914400" rtl="false" eaLnBrk="true" latinLnBrk="false" hangingPunct="true">
        <a:lnSpc>
          <a:spcPct val="100000"/>
        </a:lnSpc>
        <a:spcBef>
          <a:spcPct val="1"/>
        </a:spcBef>
        <a:buNone/>
        <a:defRPr sz="3200" b="tru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false" eaLnBrk="true" latinLnBrk="false" hangingPunct="true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占位符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false" anchor="ctr" anchorCtr="false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91" name="文本占位符 2"/>
          <p:cNvSpPr>
            <a:spLocks noGrp="true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92" name="日期占位符 3"/>
          <p:cNvSpPr>
            <a:spLocks noGrp="true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93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94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0"/>
  </p:sldLayoutIdLst>
  <p:txStyles>
    <p:titleStyle>
      <a:lvl1pPr algn="l" defTabSz="914400" rtl="false" eaLnBrk="true" fontAlgn="auto" latinLnBrk="false" hangingPunct="true">
        <a:lnSpc>
          <a:spcPct val="100000"/>
        </a:lnSpc>
        <a:spcBef>
          <a:spcPct val="1"/>
        </a:spcBef>
        <a:buNone/>
        <a:defRPr sz="3600" b="false" u="none" strike="noStrike" kern="1200" cap="none" spc="300" normalizeH="false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fontAlgn="auto" latinLnBrk="false" hangingPunct="true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占位符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false" anchor="ctr" anchorCtr="false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15" name="文本占位符 2"/>
          <p:cNvSpPr>
            <a:spLocks noGrp="true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16" name="日期占位符 3"/>
          <p:cNvSpPr>
            <a:spLocks noGrp="true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17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0"/>
    <p:sldLayoutId id="2147483706" r:id="rId1"/>
  </p:sldLayoutIdLst>
  <p:txStyles>
    <p:titleStyle>
      <a:lvl1pPr algn="l" defTabSz="914400" rtl="false" eaLnBrk="true" fontAlgn="auto" latinLnBrk="false" hangingPunct="true">
        <a:lnSpc>
          <a:spcPct val="100000"/>
        </a:lnSpc>
        <a:spcBef>
          <a:spcPct val="1"/>
        </a:spcBef>
        <a:buNone/>
        <a:defRPr sz="3600" b="false" u="none" strike="noStrike" kern="1200" cap="none" spc="300" normalizeH="false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fontAlgn="auto" latinLnBrk="false" hangingPunct="true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占位符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false" anchor="ctr" anchorCtr="false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22" name="日期占位符 3"/>
          <p:cNvSpPr>
            <a:spLocks noGrp="true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3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0"/>
    <p:sldLayoutId id="2147483709" r:id="rId1"/>
  </p:sldLayoutIdLst>
  <p:txStyles>
    <p:titleStyle>
      <a:lvl1pPr algn="l" defTabSz="914400" rtl="false" eaLnBrk="true" fontAlgn="auto" latinLnBrk="false" hangingPunct="true">
        <a:lnSpc>
          <a:spcPct val="100000"/>
        </a:lnSpc>
        <a:spcBef>
          <a:spcPct val="1"/>
        </a:spcBef>
        <a:buNone/>
        <a:defRPr sz="3600" b="false" u="none" strike="noStrike" kern="1200" cap="none" spc="300" normalizeH="false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fontAlgn="auto" latinLnBrk="false" hangingPunct="true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占位符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false" anchor="ctr" anchorCtr="false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27" name="文本占位符 2"/>
          <p:cNvSpPr>
            <a:spLocks noGrp="true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28" name="日期占位符 3"/>
          <p:cNvSpPr>
            <a:spLocks noGrp="true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29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30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0"/>
  </p:sldLayoutIdLst>
  <p:txStyles>
    <p:titleStyle>
      <a:lvl1pPr algn="l" defTabSz="914400" rtl="false" eaLnBrk="true" fontAlgn="auto" latinLnBrk="false" hangingPunct="true">
        <a:lnSpc>
          <a:spcPct val="100000"/>
        </a:lnSpc>
        <a:spcBef>
          <a:spcPct val="1"/>
        </a:spcBef>
        <a:buNone/>
        <a:defRPr sz="3600" b="false" u="none" strike="noStrike" kern="1200" cap="none" spc="300" normalizeH="false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fontAlgn="auto" latinLnBrk="false" hangingPunct="true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占位符 1"/>
          <p:cNvSpPr>
            <a:spLocks noGrp="true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false" anchor="ctr" anchorCtr="false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zh-CN" altLang="en-US" dirty="false"/>
          </a:p>
        </p:txBody>
      </p:sp>
      <p:sp>
        <p:nvSpPr>
          <p:cNvPr id="33" name="文本占位符 2"/>
          <p:cNvSpPr>
            <a:spLocks noGrp="true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34" name="日期占位符 3"/>
          <p:cNvSpPr>
            <a:spLocks noGrp="true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60FBDFE-C587-4B4C-A407-44438C67B59E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3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 dirty="false"/>
          </a:p>
        </p:txBody>
      </p:sp>
      <p:sp>
        <p:nvSpPr>
          <p:cNvPr id="3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/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0"/>
  </p:sldLayoutIdLst>
  <p:txStyles>
    <p:titleStyle>
      <a:lvl1pPr algn="l" defTabSz="914400" rtl="false" eaLnBrk="true" fontAlgn="auto" latinLnBrk="false" hangingPunct="true">
        <a:lnSpc>
          <a:spcPct val="100000"/>
        </a:lnSpc>
        <a:spcBef>
          <a:spcPct val="1"/>
        </a:spcBef>
        <a:buNone/>
        <a:defRPr sz="3600" b="false" u="none" strike="noStrike" kern="1200" cap="none" spc="300" normalizeH="false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false" eaLnBrk="true" fontAlgn="auto" latinLnBrk="false" hangingPunct="true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false" eaLnBrk="true" fontAlgn="auto" latinLnBrk="false" hangingPunct="true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false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4" Type="http://schemas.openxmlformats.org/officeDocument/2006/relationships/image" Target="media/image9.svg" /><Relationship Id="rId3" Type="http://schemas.openxmlformats.org/officeDocument/2006/relationships/image" Target="media/image8.png" /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7.svg" /><Relationship Id="rId1" Type="http://schemas.openxmlformats.org/officeDocument/2006/relationships/image" Target="media/image6.png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.xml" /></Relationships>
</file>

<file path=ppt/slides/_rels/slide3.xml.rels><?xml version="1.0" encoding="UTF-8" standalone="yes"?><Relationships xmlns="http://schemas.openxmlformats.org/package/2006/relationships"><Relationship Id="rId9" Type="http://schemas.openxmlformats.org/officeDocument/2006/relationships/hyperlink" Target="https://drive.weixin.qq.com/s?k=AI0A1QdFABAThCCFKfASkA4AauAHo " TargetMode="External"/><Relationship Id="rId8" Type="http://schemas.openxmlformats.org/officeDocument/2006/relationships/image" Target="media/image17.svg" /><Relationship Id="rId7" Type="http://schemas.openxmlformats.org/officeDocument/2006/relationships/image" Target="media/image16.png" /><Relationship Id="rId6" Type="http://schemas.openxmlformats.org/officeDocument/2006/relationships/image" Target="media/image15.svg" /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Relationship Id="rId3" Type="http://schemas.openxmlformats.org/officeDocument/2006/relationships/image" Target="media/image12.png" /><Relationship Id="rId4" Type="http://schemas.openxmlformats.org/officeDocument/2006/relationships/image" Target="media/image13.svg" /><Relationship Id="rId2" Type="http://schemas.openxmlformats.org/officeDocument/2006/relationships/image" Target="media/image11.svg" /><Relationship Id="rId5" Type="http://schemas.openxmlformats.org/officeDocument/2006/relationships/image" Target="media/image14.pn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9" Type="http://schemas.openxmlformats.org/officeDocument/2006/relationships/image" Target="media/image26.png" /><Relationship Id="rId8" Type="http://schemas.openxmlformats.org/officeDocument/2006/relationships/image" Target="media/image25.svg" /><Relationship Id="rId7" Type="http://schemas.openxmlformats.org/officeDocument/2006/relationships/image" Target="media/image24.png" /><Relationship Id="rId1" Type="http://schemas.openxmlformats.org/officeDocument/2006/relationships/image" Target="media/image18.png" /><Relationship Id="rId6" Type="http://schemas.openxmlformats.org/officeDocument/2006/relationships/image" Target="media/image23.svg" /><Relationship Id="rId0" Type="http://schemas.openxmlformats.org/officeDocument/2006/relationships/slideLayout" Target="../slideLayouts/slideLayout2.xml" /><Relationship Id="rId5" Type="http://schemas.openxmlformats.org/officeDocument/2006/relationships/image" Target="media/image22.png" /><Relationship Id="rId10" Type="http://schemas.openxmlformats.org/officeDocument/2006/relationships/image" Target="media/image27.svg" /><Relationship Id="rId3" Type="http://schemas.openxmlformats.org/officeDocument/2006/relationships/image" Target="media/image20.png" /><Relationship Id="rId2" Type="http://schemas.openxmlformats.org/officeDocument/2006/relationships/image" Target="media/image19.svg" /><Relationship Id="rId4" Type="http://schemas.openxmlformats.org/officeDocument/2006/relationships/image" Target="media/image21.svg" /></Relationships>
</file>

<file path=ppt/slides/_rels/slide6.xml.rels><?xml version="1.0" encoding="UTF-8" standalone="yes"?><Relationships xmlns="http://schemas.openxmlformats.org/package/2006/relationships"><Relationship Id="rId6" Type="http://schemas.openxmlformats.org/officeDocument/2006/relationships/image" Target="media/image33.svg" /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2.xml" /><Relationship Id="rId5" Type="http://schemas.openxmlformats.org/officeDocument/2006/relationships/image" Target="media/image32.png" /><Relationship Id="rId2" Type="http://schemas.openxmlformats.org/officeDocument/2006/relationships/image" Target="media/image29.svg" /><Relationship Id="rId3" Type="http://schemas.openxmlformats.org/officeDocument/2006/relationships/image" Target="media/image30.png" /><Relationship Id="rId7" Type="http://schemas.openxmlformats.org/officeDocument/2006/relationships/hyperlink" Target="https://drive.weixin.qq.com/s?k=AI0A1QdFABAWeyEw4mAYoAKAZCAGc" TargetMode="External"/><Relationship Id="rId4" Type="http://schemas.openxmlformats.org/officeDocument/2006/relationships/image" Target="media/image31.svg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31.xml" /><Relationship Id="rId1" Type="http://schemas.openxmlformats.org/officeDocument/2006/relationships/notesSlide" Target="../notesSlides/notesSlide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7" Type="http://schemas.openxmlformats.org/officeDocument/2006/relationships/image" Target="media/image38.svg" /><Relationship Id="rId3" Type="http://schemas.openxmlformats.org/officeDocument/2006/relationships/image" Target="media/image36.svg" /><Relationship Id="rId5" Type="http://schemas.openxmlformats.org/officeDocument/2006/relationships/image" Target="media/image31.svg" /><Relationship Id="rId2" Type="http://schemas.openxmlformats.org/officeDocument/2006/relationships/image" Target="media/image35.png" /><Relationship Id="rId6" Type="http://schemas.openxmlformats.org/officeDocument/2006/relationships/image" Target="media/image37.png" /><Relationship Id="rId15" Type="http://schemas.openxmlformats.org/officeDocument/2006/relationships/image" Target="media/image46.svg" /><Relationship Id="rId14" Type="http://schemas.openxmlformats.org/officeDocument/2006/relationships/image" Target="media/image45.png" /><Relationship Id="rId8" Type="http://schemas.openxmlformats.org/officeDocument/2006/relationships/image" Target="media/image39.png" /><Relationship Id="rId1" Type="http://schemas.openxmlformats.org/officeDocument/2006/relationships/notesSlide" Target="../notesSlides/notesSlide5.xml" /><Relationship Id="rId9" Type="http://schemas.openxmlformats.org/officeDocument/2006/relationships/image" Target="media/image40.svg" /><Relationship Id="rId13" Type="http://schemas.openxmlformats.org/officeDocument/2006/relationships/image" Target="media/image44.svg" /><Relationship Id="rId4" Type="http://schemas.openxmlformats.org/officeDocument/2006/relationships/image" Target="media/image30.png" /><Relationship Id="rId0" Type="http://schemas.openxmlformats.org/officeDocument/2006/relationships/slideLayout" Target="../slideLayouts/slideLayout2.xml" /><Relationship Id="rId10" Type="http://schemas.openxmlformats.org/officeDocument/2006/relationships/image" Target="media/image41.png" /><Relationship Id="rId12" Type="http://schemas.openxmlformats.org/officeDocument/2006/relationships/image" Target="media/image43.png" /><Relationship Id="rId11" Type="http://schemas.openxmlformats.org/officeDocument/2006/relationships/image" Target="media/image42.svg" /></Relationships>
</file>

<file path=ppt/slides/_rels/slide10.xml.rels><?xml version="1.0" encoding="UTF-8" standalone="yes"?><Relationships xmlns="http://schemas.openxmlformats.org/package/2006/relationships"><Relationship Id="rId9" Type="http://schemas.openxmlformats.org/officeDocument/2006/relationships/image" Target="media/image55.png" /><Relationship Id="rId7" Type="http://schemas.openxmlformats.org/officeDocument/2006/relationships/image" Target="media/image53.png" /><Relationship Id="rId6" Type="http://schemas.openxmlformats.org/officeDocument/2006/relationships/image" Target="media/image52.svg" /><Relationship Id="rId1" Type="http://schemas.openxmlformats.org/officeDocument/2006/relationships/image" Target="media/image47.png" /><Relationship Id="rId10" Type="http://schemas.openxmlformats.org/officeDocument/2006/relationships/image" Target="media/image56.svg" /><Relationship Id="rId0" Type="http://schemas.openxmlformats.org/officeDocument/2006/relationships/slideLayout" Target="../slideLayouts/slideLayout2.xml" /><Relationship Id="rId4" Type="http://schemas.openxmlformats.org/officeDocument/2006/relationships/image" Target="media/image50.svg" /><Relationship Id="rId8" Type="http://schemas.openxmlformats.org/officeDocument/2006/relationships/image" Target="media/image54.svg" /><Relationship Id="rId5" Type="http://schemas.openxmlformats.org/officeDocument/2006/relationships/image" Target="media/image51.png" /><Relationship Id="rId2" Type="http://schemas.openxmlformats.org/officeDocument/2006/relationships/image" Target="media/image48.svg" /><Relationship Id="rId3" Type="http://schemas.openxmlformats.org/officeDocument/2006/relationships/image" Target="media/image49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asvg="http://schemas.microsoft.com/office/drawing/2016/SVG/main" xmlns:p="http://schemas.openxmlformats.org/presentationml/2006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3"/>
          <p:cNvSpPr/>
          <p:nvPr/>
        </p:nvSpPr>
        <p:spPr>
          <a:xfrm rot="16200000">
            <a:off x="4059555" y="2691130"/>
            <a:ext cx="529590" cy="613410"/>
          </a:xfrm>
          <a:prstGeom prst="parallelogram">
            <a:avLst>
              <a:gd name="adj" fmla="val 47404"/>
            </a:avLst>
          </a:prstGeom>
          <a:gradFill rotWithShape="true">
            <a:gsLst>
              <a:gs pos="0">
                <a:srgbClr val="C00000">
                  <a:alpha val="100000"/>
                </a:srgbClr>
              </a:gs>
              <a:gs pos="100000">
                <a:srgbClr val="FF0000">
                  <a:alpha val="100000"/>
                </a:srgbClr>
              </a:gs>
            </a:gsLst>
            <a:lin ang="5400000" scaled="true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3" name="直接连接符 27"/>
          <p:cNvCxnSpPr/>
          <p:nvPr/>
        </p:nvCxnSpPr>
        <p:spPr>
          <a:xfrm>
            <a:off x="7579995" y="2570480"/>
            <a:ext cx="830580" cy="8255"/>
          </a:xfrm>
          <a:prstGeom prst="line">
            <a:avLst/>
          </a:prstGeom>
          <a:ln w="9525">
            <a:solidFill>
              <a:srgbClr val="ff6060">
                <a:alpha val="100000"/>
              </a:srgbClr>
            </a:solidFill>
            <a:prstDash val="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1"/>
          <p:cNvSpPr/>
          <p:nvPr/>
        </p:nvSpPr>
        <p:spPr>
          <a:xfrm>
            <a:off x="9048115" y="2039620"/>
            <a:ext cx="2844800" cy="1172210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lstStyle/>
          <a:p>
            <a:pPr algn="l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en-US" altLang="zh-CN" sz="1600" b="true" kern="0" dirty="false">
                <a:ln>
                  <a:noFill/>
                  <a:prstDash val="sysDot"/>
                </a:ln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AI</a:t>
            </a:r>
            <a:r>
              <a:rPr lang="zh-CN" altLang="en-US" sz="1600" b="true" kern="0" dirty="false">
                <a:ln>
                  <a:noFill/>
                  <a:prstDash val="sysDot"/>
                </a:ln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客服独立完成全流程服务</a:t>
            </a:r>
            <a:endParaRPr lang="zh-CN" altLang="en-US" sz="1600" b="true" kern="0" dirty="false">
              <a:ln>
                <a:noFill/>
                <a:prstDash val="sysDot"/>
              </a:ln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algn="l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kern="0" dirty="false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适用于常规顾客购物场景，购物流程无异常、无特殊需求，标准化服务即可满足。</a:t>
            </a:r>
            <a:endParaRPr lang="zh-CN" altLang="en-US" sz="1600" kern="0" dirty="false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椭圆 32"/>
          <p:cNvSpPr/>
          <p:nvPr/>
        </p:nvSpPr>
        <p:spPr>
          <a:xfrm>
            <a:off x="8496935" y="2348865"/>
            <a:ext cx="459740" cy="459740"/>
          </a:xfrm>
          <a:prstGeom prst="ellipse">
            <a:avLst/>
          </a:prstGeom>
          <a:solidFill>
            <a:srgbClr val="c00000">
              <a:alpha val="100000"/>
            </a:srgb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false" vertOverflow="overflow" horzOverflow="overflow" vert="horz" wrap="square" lIns="91440" tIns="45720" rIns="91440" bIns="45720" numCol="1" spcCol="0" rtlCol="false" fromWordArt="false" anchor="ctr" anchorCtr="false" forceAA="false" compatLnSpc="true">
            <a:noAutofit/>
          </a:bodyPr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12" descr="343439383331313b343532303032383bbfcdbba7b9dcc0ed"/>
          <p:cNvPicPr>
            <a:picLocks noChangeAspect="true"/>
          </p:cNvPicPr>
          <p:nvPr/>
        </p:nvPicPr>
        <p:blipFill>
          <a:blip r:embed="rId1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8603615" y="2459355"/>
            <a:ext cx="238125" cy="238125"/>
          </a:xfrm>
          <a:prstGeom prst="rect">
            <a:avLst/>
          </a:prstGeom>
        </p:spPr>
      </p:pic>
      <p:sp>
        <p:nvSpPr>
          <p:cNvPr id="7" name="标题"/>
          <p:cNvSpPr/>
          <p:nvPr/>
        </p:nvSpPr>
        <p:spPr>
          <a:xfrm>
            <a:off x="4017010" y="2146935"/>
            <a:ext cx="3359785" cy="864235"/>
          </a:xfrm>
          <a:prstGeom prst="rect">
            <a:avLst/>
          </a:prstGeom>
          <a:gradFill rotWithShape="true">
            <a:gsLst>
              <a:gs pos="20000">
                <a:srgbClr val="C00000">
                  <a:alpha val="100000"/>
                </a:srgbClr>
              </a:gs>
              <a:gs pos="80000">
                <a:srgbClr val="FF0000">
                  <a:alpha val="100000"/>
                </a:srgbClr>
              </a:gs>
            </a:gsLst>
            <a:lin ang="8100000" scaled="true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false" fromWordArt="false" anchor="ctr" anchorCtr="false" forceAA="false" compatLnSpc="true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1"/>
              </a:spcBef>
              <a:spcAft>
                <a:spcPct val="1"/>
              </a:spcAft>
              <a:buClrTx/>
              <a:buSzTx/>
              <a:buFontTx/>
            </a:pPr>
            <a:r>
              <a:rPr lang="zh-CN" altLang="en-US" b="true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完全介入</a:t>
            </a:r>
            <a:endParaRPr lang="zh-CN" altLang="en-US" b="true">
              <a:solidFill>
                <a:srgbClr val="FFFFFF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8" name="平行四边形 4"/>
          <p:cNvSpPr/>
          <p:nvPr/>
        </p:nvSpPr>
        <p:spPr>
          <a:xfrm rot="16200000" flipH="true">
            <a:off x="7587615" y="3796665"/>
            <a:ext cx="529590" cy="613410"/>
          </a:xfrm>
          <a:prstGeom prst="parallelogram">
            <a:avLst>
              <a:gd name="adj" fmla="val 47404"/>
            </a:avLst>
          </a:prstGeom>
          <a:gradFill rotWithShape="true">
            <a:gsLst>
              <a:gs pos="0">
                <a:srgbClr val="C00000">
                  <a:alpha val="100000"/>
                </a:srgbClr>
              </a:gs>
              <a:gs pos="100000">
                <a:srgbClr val="FF0000">
                  <a:alpha val="100000"/>
                </a:srgbClr>
              </a:gs>
            </a:gsLst>
            <a:lin ang="5400000" scaled="true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9" name="直接连接符 6"/>
          <p:cNvCxnSpPr/>
          <p:nvPr/>
        </p:nvCxnSpPr>
        <p:spPr>
          <a:xfrm flipH="true">
            <a:off x="3766185" y="3684270"/>
            <a:ext cx="826135" cy="0"/>
          </a:xfrm>
          <a:prstGeom prst="line">
            <a:avLst/>
          </a:prstGeom>
          <a:ln w="9525">
            <a:solidFill>
              <a:srgbClr val="d37373">
                <a:alpha val="100000"/>
              </a:srgbClr>
            </a:solidFill>
            <a:prstDash val="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8"/>
          <p:cNvSpPr/>
          <p:nvPr/>
        </p:nvSpPr>
        <p:spPr>
          <a:xfrm flipH="true">
            <a:off x="248285" y="3145155"/>
            <a:ext cx="2880360" cy="1172210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lstStyle/>
          <a:p>
            <a:pPr algn="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en-US" sz="16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Microsoft YaHei"/>
              </a:rPr>
              <a:t>AI</a:t>
            </a:r>
            <a:r>
              <a:rPr lang="zh-CN" sz="16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Microsoft YaHei"/>
              </a:rPr>
              <a:t>客服与二线客服协同处理</a:t>
            </a:r>
            <a:endParaRPr lang="zh-CN" sz="1600" b="true">
              <a:ln>
                <a:noFill/>
                <a:prstDash val="sysDot"/>
              </a:ln>
              <a:solidFill>
                <a:srgbClr val="C00000">
                  <a:alpha val="100000"/>
                </a:srgbClr>
              </a:solidFill>
              <a:latin typeface="PingFang SC Semibold"/>
              <a:ea typeface="PingFang SC Semibold"/>
              <a:cs typeface="PingFang SC Semibold"/>
              <a:sym typeface="Microsoft YaHei"/>
            </a:endParaRPr>
          </a:p>
          <a:p>
            <a:pPr algn="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适用于非常规顾客或购物流程中出现进一步需求的场景，以及服务过程中识别到的异常情况，需人工介入补充判断或处理。</a:t>
            </a:r>
            <a:endParaRPr lang="zh-CN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algn="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endParaRPr lang="zh-CN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" name="标题"/>
          <p:cNvSpPr/>
          <p:nvPr/>
        </p:nvSpPr>
        <p:spPr>
          <a:xfrm flipH="true">
            <a:off x="4799965" y="3252470"/>
            <a:ext cx="3359785" cy="864235"/>
          </a:xfrm>
          <a:prstGeom prst="rect">
            <a:avLst/>
          </a:prstGeom>
          <a:gradFill rotWithShape="true">
            <a:gsLst>
              <a:gs pos="20000">
                <a:srgbClr val="C00000">
                  <a:alpha val="100000"/>
                </a:srgbClr>
              </a:gs>
              <a:gs pos="80000">
                <a:srgbClr val="FF0000">
                  <a:alpha val="100000"/>
                </a:srgbClr>
              </a:gs>
            </a:gsLst>
            <a:lin ang="8100000" scaled="true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false" fromWordArt="false" anchor="ctr" anchorCtr="false" forceAA="false" compatLnSpc="true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b="true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部分介入</a:t>
            </a:r>
            <a:endParaRPr lang="zh-CN" altLang="en-US" b="true">
              <a:solidFill>
                <a:srgbClr val="FFFFFF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12" name="椭圆 7"/>
          <p:cNvSpPr/>
          <p:nvPr/>
        </p:nvSpPr>
        <p:spPr>
          <a:xfrm flipH="true">
            <a:off x="3235325" y="3446780"/>
            <a:ext cx="459740" cy="459740"/>
          </a:xfrm>
          <a:prstGeom prst="ellipse">
            <a:avLst/>
          </a:prstGeom>
          <a:solidFill>
            <a:srgbClr val="c00000">
              <a:alpha val="100000"/>
            </a:srgb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false" vertOverflow="overflow" horzOverflow="overflow" vert="horz" wrap="square" lIns="91440" tIns="45720" rIns="91440" bIns="45720" numCol="1" spcCol="0" rtlCol="false" fromWordArt="false" anchor="ctr" anchorCtr="false" forceAA="false" compatLnSpc="true">
            <a:noAutofit/>
          </a:bodyPr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13" name="图片 14" descr="343439383331313b343532303033303bd2d1b9bad3a6d3c3"/>
          <p:cNvPicPr>
            <a:picLocks noChangeAspect="true"/>
          </p:cNvPicPr>
          <p:nvPr/>
        </p:nvPicPr>
        <p:blipFill>
          <a:blip r:embed="rId3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3373755" y="3575685"/>
            <a:ext cx="225425" cy="225425"/>
          </a:xfrm>
          <a:prstGeom prst="rect">
            <a:avLst/>
          </a:prstGeom>
        </p:spPr>
      </p:pic>
      <p:sp>
        <p:nvSpPr>
          <p:cNvPr id="14" name="平行四边形 2"/>
          <p:cNvSpPr/>
          <p:nvPr/>
        </p:nvSpPr>
        <p:spPr>
          <a:xfrm rot="16200000">
            <a:off x="4059555" y="4861560"/>
            <a:ext cx="529590" cy="613410"/>
          </a:xfrm>
          <a:prstGeom prst="parallelogram">
            <a:avLst>
              <a:gd name="adj" fmla="val 47404"/>
            </a:avLst>
          </a:prstGeom>
          <a:gradFill>
            <a:gsLst>
              <a:gs pos="0">
                <a:schemeClr val="accent3">
                  <a:lumMod val="85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 scaled="false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5" name="直接连接符 10"/>
          <p:cNvCxnSpPr/>
          <p:nvPr/>
        </p:nvCxnSpPr>
        <p:spPr>
          <a:xfrm flipV="true">
            <a:off x="7584440" y="4749165"/>
            <a:ext cx="826135" cy="635"/>
          </a:xfrm>
          <a:prstGeom prst="line">
            <a:avLst/>
          </a:prstGeom>
          <a:ln w="9525">
            <a:solidFill>
              <a:schemeClr val="accent3">
                <a:lumMod val="60000"/>
                <a:lumOff val="40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3"/>
          <p:cNvSpPr/>
          <p:nvPr/>
        </p:nvSpPr>
        <p:spPr>
          <a:xfrm>
            <a:off x="9048115" y="4210050"/>
            <a:ext cx="2947035" cy="1172210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lstStyle/>
          <a:p>
            <a:pPr algn="l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en-US" sz="16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Microsoft YaHei"/>
              </a:rPr>
              <a:t>AI</a:t>
            </a:r>
            <a:r>
              <a:rPr lang="zh-CN" sz="16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Microsoft YaHei"/>
              </a:rPr>
              <a:t>客服快速识别后立即转接二线客服处理</a:t>
            </a:r>
            <a:endParaRPr/>
          </a:p>
          <a:p>
            <a:pPr algn="l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适用于高风险事件、舆情风险、人身</a:t>
            </a: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财产安全事件等紧急或敏感场景，需二线客服第一时间接管。</a:t>
            </a:r>
            <a:endParaRPr/>
          </a:p>
        </p:txBody>
      </p:sp>
      <p:sp>
        <p:nvSpPr>
          <p:cNvPr id="17" name="椭圆 11"/>
          <p:cNvSpPr/>
          <p:nvPr/>
        </p:nvSpPr>
        <p:spPr>
          <a:xfrm>
            <a:off x="8496935" y="4519295"/>
            <a:ext cx="459740" cy="459740"/>
          </a:xfrm>
          <a:prstGeom prst="ellipse">
            <a:avLst/>
          </a:prstGeom>
          <a:solidFill>
            <a:schemeClr val="accent3"/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false" vertOverflow="overflow" horzOverflow="overflow" vert="horz" wrap="square" lIns="91440" tIns="45720" rIns="91440" bIns="45720" numCol="1" spcCol="0" rtlCol="false" fromWordArt="false" anchor="ctr" anchorCtr="false" forceAA="false" compatLnSpc="true">
            <a:noAutofit/>
          </a:bodyPr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18" name="图片 12" descr="343439383331313b343532303032383bbfcdbba7b9dcc0ed"/>
          <p:cNvPicPr>
            <a:picLocks noChangeAspect="true"/>
          </p:cNvPicPr>
          <p:nvPr/>
        </p:nvPicPr>
        <p:blipFill>
          <a:blip r:embed="rId1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8603615" y="4629785"/>
            <a:ext cx="238125" cy="238125"/>
          </a:xfrm>
          <a:prstGeom prst="rect">
            <a:avLst/>
          </a:prstGeom>
        </p:spPr>
      </p:pic>
      <p:sp>
        <p:nvSpPr>
          <p:cNvPr id="19" name="标题"/>
          <p:cNvSpPr/>
          <p:nvPr/>
        </p:nvSpPr>
        <p:spPr>
          <a:xfrm>
            <a:off x="4017010" y="4317365"/>
            <a:ext cx="3359785" cy="864235"/>
          </a:xfrm>
          <a:prstGeom prst="rect">
            <a:avLst/>
          </a:prstGeom>
          <a:gradFill>
            <a:gsLst>
              <a:gs pos="80000">
                <a:schemeClr val="accent3">
                  <a:lumMod val="70000"/>
                  <a:lumOff val="30000"/>
                  <a:alpha val="100000"/>
                </a:schemeClr>
              </a:gs>
              <a:gs pos="20000">
                <a:schemeClr val="accent3">
                  <a:alpha val="100000"/>
                </a:schemeClr>
              </a:gs>
            </a:gsLst>
            <a:lin ang="8100000" scaled="false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false" fromWordArt="false" anchor="ctr" anchorCtr="false" forceAA="false" compatLnSpc="true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1"/>
              </a:spcBef>
              <a:spcAft>
                <a:spcPct val="1"/>
              </a:spcAft>
              <a:buClrTx/>
              <a:buSzTx/>
              <a:buFontTx/>
            </a:pPr>
            <a:r>
              <a:rPr lang="zh-CN" altLang="en-US" b="true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直接转</a:t>
            </a:r>
            <a:r>
              <a:rPr lang="zh-CN" altLang="en-US" b="true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交</a:t>
            </a:r>
            <a:endParaRPr lang="zh-CN" altLang="en-US" b="true">
              <a:solidFill>
                <a:srgbClr val="FFFFFF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338290" y="226252"/>
            <a:ext cx="8158645" cy="6144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sz="3200"/>
              <a:t>系统分配场景</a:t>
            </a:r>
            <a:r>
              <a:rPr lang="en-US" sz="3200"/>
              <a:t>（</a:t>
            </a:r>
            <a:r>
              <a:rPr lang="zh-CN" sz="3200"/>
              <a:t>按工作流程划分</a:t>
            </a:r>
            <a:r>
              <a:rPr lang="en-US" sz="3200"/>
              <a:t>）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16="http://schemas.microsoft.com/office/drawing/2014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6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0"/>
          <p:cNvSpPr/>
          <p:nvPr/>
        </p:nvSpPr>
        <p:spPr>
          <a:xfrm rot="0" flipH="false" flipV="false">
            <a:off x="0" y="0"/>
            <a:ext cx="12192000" cy="2145910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>
              <a:latin typeface="Microsoft YaHei"/>
              <a:ea typeface="Microsoft YaHei"/>
            </a:endParaRPr>
          </a:p>
        </p:txBody>
      </p:sp>
      <p:grpSp>
        <p:nvGrpSpPr>
          <p:cNvPr id="23" name=""/>
          <p:cNvGrpSpPr/>
          <p:nvPr/>
        </p:nvGrpSpPr>
        <p:grpSpPr>
          <a:xfrm rot="0" flipH="false" flipV="false">
            <a:off x="584999" y="1417821"/>
            <a:ext cx="2501880" cy="2346897"/>
            <a:chOff x="296545" y="1532255"/>
            <a:chExt cx="3733799" cy="1009659"/>
          </a:xfrm>
        </p:grpSpPr>
        <p:sp>
          <p:nvSpPr>
            <p:cNvPr id="24" name="矩形: 圆角 24"/>
            <p:cNvSpPr/>
            <p:nvPr/>
          </p:nvSpPr>
          <p:spPr>
            <a:xfrm rot="0" flipH="false" flipV="false">
              <a:off x="296545" y="1532255"/>
              <a:ext cx="3733799" cy="1009660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25" name="矩形 20"/>
            <p:cNvSpPr/>
            <p:nvPr/>
          </p:nvSpPr>
          <p:spPr>
            <a:xfrm rot="0" flipH="false" flipV="false">
              <a:off x="472060" y="1971040"/>
              <a:ext cx="3456049" cy="4871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t" anchorCtr="false">
              <a:noAutofit/>
            </a:bodyPr>
            <a:p>
              <a:pPr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顾客进店后，因未见到实体店员，通过对讲或喊话方式确认店内是否有人员在场的场景。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/>
                <a:ea typeface="黑体"/>
                <a:cs typeface="Microsoft YaHei"/>
              </a:endParaRPr>
            </a:p>
            <a:p>
              <a:pPr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</a:pP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26" name="矩形 21"/>
            <p:cNvSpPr/>
            <p:nvPr/>
          </p:nvSpPr>
          <p:spPr>
            <a:xfrm rot="0" flipH="false" flipV="false">
              <a:off x="609933" y="1650749"/>
              <a:ext cx="2537581" cy="2357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ctr" anchorCtr="false">
              <a:noAutofit/>
            </a:bodyPr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顾客询问</a:t>
              </a:r>
              <a:endParaRPr/>
            </a:p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店内是否有人</a:t>
              </a:r>
              <a:endParaRPr/>
            </a:p>
          </p:txBody>
        </p:sp>
        <p:sp>
          <p:nvSpPr>
            <p:cNvPr id="27" name="矩形 22"/>
            <p:cNvSpPr/>
            <p:nvPr/>
          </p:nvSpPr>
          <p:spPr>
            <a:xfrm rot="0" flipH="false" flipV="false">
              <a:off x="3038277" y="1632708"/>
              <a:ext cx="780595" cy="179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false" anchor="ctr" anchorCtr="false">
              <a:noAutofit/>
            </a:bodyPr>
            <a:p>
              <a:pPr algn="r"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01</a:t>
              </a:r>
              <a:endParaRPr lang="en-US" sz="3200">
                <a:solidFill>
                  <a:schemeClr val="accent1">
                    <a:alpha val="100000"/>
                  </a:schemeClr>
                </a:solidFill>
                <a:latin typeface="黑体"/>
                <a:ea typeface="黑体"/>
                <a:cs typeface="Microsoft YaHei"/>
              </a:endParaRPr>
            </a:p>
          </p:txBody>
        </p:sp>
      </p:grpSp>
      <p:grpSp>
        <p:nvGrpSpPr>
          <p:cNvPr id="28" name=""/>
          <p:cNvGrpSpPr/>
          <p:nvPr/>
        </p:nvGrpSpPr>
        <p:grpSpPr>
          <a:xfrm rot="0" flipH="false" flipV="false">
            <a:off x="3429345" y="1417821"/>
            <a:ext cx="2501901" cy="2346897"/>
            <a:chOff x="296863" y="2836545"/>
            <a:chExt cx="3733799" cy="1203959"/>
          </a:xfrm>
        </p:grpSpPr>
        <p:sp>
          <p:nvSpPr>
            <p:cNvPr id="29" name="矩形: 圆角 22"/>
            <p:cNvSpPr/>
            <p:nvPr/>
          </p:nvSpPr>
          <p:spPr>
            <a:xfrm rot="0">
              <a:off x="296863" y="2836545"/>
              <a:ext cx="3733800" cy="1203959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30" name="矩形 53"/>
            <p:cNvSpPr/>
            <p:nvPr/>
          </p:nvSpPr>
          <p:spPr>
            <a:xfrm rot="0" flipH="false" flipV="false">
              <a:off x="479789" y="3359770"/>
              <a:ext cx="3350894" cy="4523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t" anchorCtr="false">
              <a:noAutofit/>
            </a:bodyPr>
            <a:p>
              <a:pPr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顾客对远程</a:t>
              </a: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值守模式产生疑问，主动询问当前负责人是谁、是否真实在线的场景。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/>
                <a:ea typeface="黑体"/>
                <a:cs typeface="Microsoft YaHei"/>
              </a:endParaRPr>
            </a:p>
          </p:txBody>
        </p:sp>
        <p:sp>
          <p:nvSpPr>
            <p:cNvPr id="31" name="矩形 54"/>
            <p:cNvSpPr/>
            <p:nvPr/>
          </p:nvSpPr>
          <p:spPr>
            <a:xfrm rot="0" flipH="false" flipV="false">
              <a:off x="529982" y="2956329"/>
              <a:ext cx="2694296" cy="318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ctr" anchorCtr="false">
              <a:noAutofit/>
            </a:bodyPr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顾客询问</a:t>
              </a:r>
              <a:endParaRPr/>
            </a:p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值班人员身份</a:t>
              </a:r>
              <a:endParaRPr/>
            </a:p>
          </p:txBody>
        </p:sp>
        <p:sp>
          <p:nvSpPr>
            <p:cNvPr id="32" name="矩形 55"/>
            <p:cNvSpPr/>
            <p:nvPr/>
          </p:nvSpPr>
          <p:spPr>
            <a:xfrm rot="0" flipH="false" flipV="false">
              <a:off x="3021330" y="2992854"/>
              <a:ext cx="817880" cy="182879"/>
            </a:xfrm>
            <a:prstGeom prst="rect">
              <a:avLst/>
            </a:prstGeom>
            <a:noFill/>
            <a:ln/>
          </p:spPr>
          <p:txBody>
            <a:bodyPr wrap="none" lIns="0" tIns="0" rIns="0" bIns="0" rtlCol="false" anchor="ctr" anchorCtr="false">
              <a:noAutofit/>
            </a:bodyPr>
            <a:p>
              <a:pPr algn="r"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02</a:t>
              </a:r>
              <a:endParaRPr lang="en-US" sz="3200">
                <a:solidFill>
                  <a:schemeClr val="accent3">
                    <a:alpha val="100000"/>
                  </a:schemeClr>
                </a:solidFill>
                <a:latin typeface="黑体"/>
                <a:ea typeface="黑体"/>
                <a:cs typeface="Microsoft YaHei"/>
              </a:endParaRPr>
            </a:p>
          </p:txBody>
        </p:sp>
      </p:grpSp>
      <p:grpSp>
        <p:nvGrpSpPr>
          <p:cNvPr id="33" name=""/>
          <p:cNvGrpSpPr/>
          <p:nvPr/>
        </p:nvGrpSpPr>
        <p:grpSpPr>
          <a:xfrm rot="0" flipH="false" flipV="false">
            <a:off x="6273712" y="1417822"/>
            <a:ext cx="2501900" cy="2346896"/>
            <a:chOff x="296545" y="4140200"/>
            <a:chExt cx="3733799" cy="1203958"/>
          </a:xfrm>
        </p:grpSpPr>
        <p:sp>
          <p:nvSpPr>
            <p:cNvPr id="34" name="矩形: 圆角 39"/>
            <p:cNvSpPr/>
            <p:nvPr/>
          </p:nvSpPr>
          <p:spPr>
            <a:xfrm rot="0">
              <a:off x="296545" y="4140200"/>
              <a:ext cx="3733800" cy="1203959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35" name="矩形 64"/>
            <p:cNvSpPr/>
            <p:nvPr/>
          </p:nvSpPr>
          <p:spPr>
            <a:xfrm rot="0" flipH="false" flipV="false">
              <a:off x="477187" y="4663424"/>
              <a:ext cx="3456039" cy="4523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t" anchorCtr="false">
              <a:noAutofit/>
            </a:bodyPr>
            <a:p>
              <a:pPr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顾客完成选购后，对店内支持的支付渠道或操作方式不熟悉，主动发起询问的场景。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/>
                <a:ea typeface="黑体"/>
                <a:cs typeface="Microsoft YaHei"/>
              </a:endParaRPr>
            </a:p>
          </p:txBody>
        </p:sp>
        <p:sp>
          <p:nvSpPr>
            <p:cNvPr id="36" name="矩形 65"/>
            <p:cNvSpPr/>
            <p:nvPr/>
          </p:nvSpPr>
          <p:spPr>
            <a:xfrm rot="0" flipH="false" flipV="false">
              <a:off x="606102" y="4259983"/>
              <a:ext cx="2694296" cy="318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ctr" anchorCtr="false">
              <a:noAutofit/>
            </a:bodyPr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顾客询问</a:t>
              </a:r>
              <a:endParaRPr/>
            </a:p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付款方式</a:t>
              </a:r>
              <a:endParaRPr/>
            </a:p>
          </p:txBody>
        </p:sp>
        <p:sp>
          <p:nvSpPr>
            <p:cNvPr id="37" name="矩形 66"/>
            <p:cNvSpPr/>
            <p:nvPr/>
          </p:nvSpPr>
          <p:spPr>
            <a:xfrm rot="0" flipH="false" flipV="false">
              <a:off x="3021330" y="4281497"/>
              <a:ext cx="817880" cy="197891"/>
            </a:xfrm>
            <a:prstGeom prst="rect">
              <a:avLst/>
            </a:prstGeom>
            <a:noFill/>
            <a:ln/>
          </p:spPr>
          <p:txBody>
            <a:bodyPr wrap="none" lIns="0" tIns="0" rIns="0" bIns="0" rtlCol="false" anchor="ctr" anchorCtr="false">
              <a:noAutofit/>
            </a:bodyPr>
            <a:p>
              <a:pPr algn="r"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03</a:t>
              </a:r>
              <a:endParaRPr lang="en-US" sz="3200">
                <a:solidFill>
                  <a:schemeClr val="accent4">
                    <a:alpha val="100000"/>
                  </a:schemeClr>
                </a:solidFill>
                <a:latin typeface="黑体"/>
                <a:ea typeface="黑体"/>
                <a:cs typeface="Microsoft YaHei"/>
              </a:endParaRPr>
            </a:p>
          </p:txBody>
        </p:sp>
      </p:grpSp>
      <p:grpSp>
        <p:nvGrpSpPr>
          <p:cNvPr id="38" name=""/>
          <p:cNvGrpSpPr/>
          <p:nvPr/>
        </p:nvGrpSpPr>
        <p:grpSpPr>
          <a:xfrm rot="0" flipH="false" flipV="false">
            <a:off x="9105101" y="1417822"/>
            <a:ext cx="2501900" cy="2346896"/>
            <a:chOff x="295910" y="5443855"/>
            <a:chExt cx="3733799" cy="1203958"/>
          </a:xfrm>
        </p:grpSpPr>
        <p:sp>
          <p:nvSpPr>
            <p:cNvPr id="39" name="矩形: 圆角 44"/>
            <p:cNvSpPr/>
            <p:nvPr/>
          </p:nvSpPr>
          <p:spPr>
            <a:xfrm rot="0">
              <a:off x="295910" y="5443855"/>
              <a:ext cx="3733800" cy="1203959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40" name="矩形 68"/>
            <p:cNvSpPr/>
            <p:nvPr/>
          </p:nvSpPr>
          <p:spPr>
            <a:xfrm rot="0" flipH="false" flipV="false">
              <a:off x="466906" y="5967079"/>
              <a:ext cx="3391808" cy="4299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t" anchorCtr="false">
              <a:noAutofit/>
            </a:bodyPr>
            <a:p>
              <a:pPr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顾客对店内商品标价存在疑问，或未找到价格标识，主动向值守人员询问的场景。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/>
                <a:ea typeface="黑体"/>
                <a:cs typeface="Microsoft YaHei"/>
              </a:endParaRPr>
            </a:p>
          </p:txBody>
        </p:sp>
        <p:sp>
          <p:nvSpPr>
            <p:cNvPr id="41" name="矩形 69"/>
            <p:cNvSpPr/>
            <p:nvPr/>
          </p:nvSpPr>
          <p:spPr>
            <a:xfrm rot="0" flipH="false" flipV="false">
              <a:off x="507410" y="5547441"/>
              <a:ext cx="2237192" cy="318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false" anchor="ctr" anchorCtr="false">
              <a:noAutofit/>
            </a:bodyPr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顾客询问</a:t>
              </a:r>
              <a:endParaRPr/>
            </a:p>
            <a:p>
              <a:pPr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商品价格</a:t>
              </a:r>
              <a:endParaRPr/>
            </a:p>
          </p:txBody>
        </p:sp>
        <p:sp>
          <p:nvSpPr>
            <p:cNvPr id="42" name="矩形 70"/>
            <p:cNvSpPr/>
            <p:nvPr/>
          </p:nvSpPr>
          <p:spPr>
            <a:xfrm rot="0" flipH="false" flipV="false">
              <a:off x="3040380" y="5543562"/>
              <a:ext cx="818515" cy="281071"/>
            </a:xfrm>
            <a:prstGeom prst="rect">
              <a:avLst/>
            </a:prstGeom>
            <a:noFill/>
            <a:ln/>
          </p:spPr>
          <p:txBody>
            <a:bodyPr wrap="none" lIns="0" tIns="0" rIns="0" bIns="0" rtlCol="false" anchor="ctr" anchorCtr="false">
              <a:noAutofit/>
            </a:bodyPr>
            <a:p>
              <a:pPr algn="r">
                <a:spcBef>
                  <a:spcPct val="1"/>
                </a:spcBef>
                <a:spcAft>
                  <a:spcPct val="1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04</a:t>
              </a:r>
              <a:endParaRPr lang="en-US" sz="3200">
                <a:solidFill>
                  <a:schemeClr val="accent5">
                    <a:alpha val="100000"/>
                  </a:schemeClr>
                </a:solidFill>
                <a:latin typeface="黑体"/>
                <a:ea typeface="黑体"/>
                <a:cs typeface="Microsoft YaHei"/>
              </a:endParaRPr>
            </a:p>
          </p:txBody>
        </p:sp>
      </p:grpSp>
      <p:sp>
        <p:nvSpPr>
          <p:cNvPr id="43" name="标题 5"/>
          <p:cNvSpPr txBox="true">
            <a:spLocks noGrp="true"/>
          </p:cNvSpPr>
          <p:nvPr/>
        </p:nvSpPr>
        <p:spPr>
          <a:xfrm rot="0" flipH="false" flipV="false">
            <a:off x="370205" y="194725"/>
            <a:ext cx="11451590" cy="1040765"/>
          </a:xfrm>
          <a:prstGeom prst="rect"/>
          <a:ln>
            <a:extLst/>
          </a:ln>
        </p:spPr>
        <p:txBody>
          <a:bodyPr vert="horz" lIns="0" tIns="0" rIns="0" bIns="0" anchor="b" anchorCtr="false">
            <a:normAutofit fontScale="90000"/>
          </a:bodyPr>
          <a:lstStyle/>
          <a:p>
            <a:pPr algn="l" defTabSz="914400">
              <a:lnSpc>
                <a:spcPct val="15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3200" b="true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</a:rPr>
              <a:t>客服完全介入</a:t>
            </a:r>
            <a:r>
              <a:rPr lang="en-US" sz="3200" b="true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</a:rPr>
              <a:t>-</a:t>
            </a:r>
            <a:r>
              <a:rPr lang="zh-CN" sz="3200" b="true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</a:rPr>
              <a:t>被动服务</a:t>
            </a:r>
            <a:endParaRPr/>
          </a:p>
          <a:p>
            <a:pPr algn="l" defTabSz="914400">
              <a:lnSpc>
                <a:spcPct val="15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常规顾客购物场景</a:t>
            </a:r>
            <a:r>
              <a:rPr lang="en-US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购物流程无异常</a:t>
            </a:r>
            <a:r>
              <a:rPr lang="en-US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无特殊需求</a:t>
            </a:r>
            <a:r>
              <a:rPr lang="en-US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标准流程值守</a:t>
            </a:r>
            <a:endParaRPr/>
          </a:p>
        </p:txBody>
      </p:sp>
      <p:graphicFrame>
        <p:nvGraphicFramePr>
          <p:cNvPr id="44" name=""/>
          <p:cNvGraphicFramePr/>
          <p:nvPr/>
        </p:nvGraphicFramePr>
        <p:xfrm rot="0" flipH="false" flipV="false">
          <a:off x="584999" y="3947049"/>
          <a:ext cx="11169650" cy="23622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val="1"/>
                    </a:ext>
                  </a:extLst>
                </a:gridCol>
                <a:gridCol w="1244600">
                  <a:extLst>
                    <a:ext uri="{9D8B030D-6E8A-4147-A177-3AD203B41FA5}">
                      <a16:colId val="2"/>
                    </a:ext>
                  </a:extLst>
                </a:gridCol>
                <a:gridCol w="2235200">
                  <a:extLst>
                    <a:ext uri="{9D8B030D-6E8A-4147-A177-3AD203B41FA5}">
                      <a16:colId val="3"/>
                    </a:ext>
                  </a:extLst>
                </a:gridCol>
                <a:gridCol w="254000">
                  <a:extLst>
                    <a:ext uri="{9D8B030D-6E8A-4147-A177-3AD203B41FA5}">
                      <a16:colId val="4"/>
                    </a:ext>
                  </a:extLst>
                </a:gridCol>
                <a:gridCol w="1238250">
                  <a:extLst>
                    <a:ext uri="{9D8B030D-6E8A-4147-A177-3AD203B41FA5}">
                      <a16:colId val="5"/>
                    </a:ext>
                  </a:extLst>
                </a:gridCol>
                <a:gridCol w="1238250">
                  <a:extLst>
                    <a:ext uri="{9D8B030D-6E8A-4147-A177-3AD203B41FA5}">
                      <a16:colId val="6"/>
                    </a:ext>
                  </a:extLst>
                </a:gridCol>
                <a:gridCol w="1238250">
                  <a:extLst>
                    <a:ext uri="{9D8B030D-6E8A-4147-A177-3AD203B41FA5}">
                      <a16:colId val="7"/>
                    </a:ext>
                  </a:extLst>
                </a:gridCol>
                <a:gridCol w="1238250">
                  <a:extLst>
                    <a:ext uri="{9D8B030D-6E8A-4147-A177-3AD203B41FA5}">
                      <a16:colId val="8"/>
                    </a:ext>
                  </a:extLst>
                </a:gridCol>
                <a:gridCol w="1238250">
                  <a:extLst>
                    <a:ext uri="{9D8B030D-6E8A-4147-A177-3AD203B41FA5}">
                      <a16:colId val="9"/>
                    </a:ext>
                  </a:extLst>
                </a:gridCol>
              </a:tblGrid>
              <a:tr h="400050">
                <a:tc gridSpan="9">
                  <a:txBody>
                    <a:bodyPr anchor="ctr"/>
                    <a:p>
                      <a:pPr algn="ctr"/>
                      <a:r>
                        <a:rPr sz="1600">
                          <a:latin typeface="Microsoft YaHei"/>
                          <a:ea typeface="Microsoft YaHei"/>
                        </a:rPr>
                        <a:t>处理思路及参考话术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30200">
                <a:tc gridSpan="2">
                  <a:txBody>
                    <a:bodyPr vert="horz" anchor="ctr"/>
                    <a:p>
                      <a:pPr algn="ctr"/>
                      <a:r>
                        <a:rPr sz="14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场景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4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处理思路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 vert="horz" anchor="ctr"/>
                    <a:p>
                      <a:pPr algn="ctr"/>
                      <a:r>
                        <a:rPr sz="14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参考话术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73050">
                <a:tc gridSpan="2"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顾客询问店里是否有人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及时响应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请问有什么可以帮您？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17500">
                <a:tc gridSpan="2">
                  <a:txBody>
                    <a:bodyPr vert="horz" anchor="ctr"/>
                    <a:p>
                      <a:pPr algn="ctr"/>
                      <a:r>
                        <a:rPr lang="zh-CN"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询问</a:t>
                      </a:r>
                      <a:r>
                        <a:rPr lang="zh-CN"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值班人员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身份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及时响应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是的，店铺都是真人在值守。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77850">
                <a:tc gridSpan="2">
                  <a:txBody>
                    <a:bodyPr vert="horz" anchor="ctr"/>
                    <a:p>
                      <a:pPr algn="ctr"/>
                      <a:r>
                        <a:rPr lang="zh-CN" sz="14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</a:t>
                      </a:r>
                      <a:r>
                        <a:rPr sz="14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询问付款方式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4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支付引导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请您移步至收银台，将商品条形码对准扫码盒加购，加购完商品后，出示付款码对准扫码盒支付即可。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7350">
                <a:tc gridSpan="2">
                  <a:txBody>
                    <a:bodyPr vert="horz" anchor="ctr"/>
                    <a:p>
                      <a:pPr algn="ctr"/>
                      <a:r>
                        <a:rPr lang="zh-CN"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询问商品价格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引导顾客扫描查看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请将商品条形码对准扫码盒扫描即可看到价格。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pic>
        <p:nvPicPr>
          <p:cNvPr id="45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hyp="http://schemas.microsoft.com/office/drawing/2018/hyperlinkcolor" xmlns:a="http://schemas.openxmlformats.org/drawingml/2006/main" xmlns:asvg="http://schemas.microsoft.com/office/drawing/2016/SVG/main" xmlns:p="http://schemas.openxmlformats.org/presentationml/2006/main" xmlns:r="http://schemas.openxmlformats.org/officeDocument/2006/relationships" xmlns:mc="http://schemas.openxmlformats.org/markup-compatibility/2006" mc:Ignorable="ahyp asvg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true"/>
          <p:nvPr/>
        </p:nvSpPr>
        <p:spPr>
          <a:xfrm rot="0" flipH="false" flipV="false">
            <a:off x="195011" y="121920"/>
            <a:ext cx="6096000" cy="1187450"/>
          </a:xfrm>
          <a:prstGeom prst="rect"/>
        </p:spPr>
        <p:txBody>
          <a:bodyPr>
            <a:spAutoFit/>
          </a:bodyPr>
          <a:p>
            <a:pPr lvl="0" algn="l" defTabSz="914400">
              <a:lnSpc>
                <a:spcPct val="150000"/>
              </a:lnSpc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客服完全介入</a:t>
            </a:r>
            <a:r>
              <a:rPr lang="en-US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-</a:t>
            </a:r>
            <a:r>
              <a:rPr lang="zh-CN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主</a:t>
            </a:r>
            <a:r>
              <a:rPr lang="zh-CN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动服务</a:t>
            </a:r>
            <a:endParaRPr/>
          </a:p>
          <a:p>
            <a:pPr lvl="0" algn="l" defTabSz="914400">
              <a:lnSpc>
                <a:spcPct val="150000"/>
              </a:lnSpc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常规顾客购物场景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购物流程无异常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无特殊需求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标准流程值守</a:t>
            </a:r>
            <a:endParaRPr sz="44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</p:txBody>
      </p:sp>
      <p:grpSp>
        <p:nvGrpSpPr>
          <p:cNvPr id="48" name="组合 840"/>
          <p:cNvGrpSpPr/>
          <p:nvPr/>
        </p:nvGrpSpPr>
        <p:grpSpPr>
          <a:xfrm rot="0" flipH="false" flipV="false">
            <a:off x="1251746" y="2780653"/>
            <a:ext cx="8740113" cy="1918490"/>
            <a:chOff x="1773005" y="2560116"/>
            <a:chExt cx="8645989" cy="1980248"/>
          </a:xfrm>
        </p:grpSpPr>
        <p:sp>
          <p:nvSpPr>
            <p:cNvPr id="49" name="任意多边形: 形状 16"/>
            <p:cNvSpPr/>
            <p:nvPr/>
          </p:nvSpPr>
          <p:spPr>
            <a:xfrm>
              <a:off x="4190693" y="3658950"/>
              <a:ext cx="1356776" cy="881414"/>
            </a:xfrm>
            <a:custGeom>
              <a:avLst/>
              <a:gdLst>
                <a:gd name="connsiteX0" fmla="*/ 30923 w 1356776"/>
                <a:gd name="connsiteY0" fmla="*/ 1446 h 881414"/>
                <a:gd name="connsiteX1" fmla="*/ 366391 w 1356776"/>
                <a:gd name="connsiteY1" fmla="*/ 805414 h 881414"/>
                <a:gd name="connsiteX2" fmla="*/ 1280254 w 1356776"/>
                <a:gd name="connsiteY2" fmla="*/ 516217 h 881414"/>
                <a:gd name="connsiteX3" fmla="*/ 1325080 w 1356776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6" h="881414">
                  <a:moveTo>
                    <a:pt x="30923" y="1446"/>
                  </a:moveTo>
                  <a:cubicBezTo>
                    <a:pt x="-65958" y="309441"/>
                    <a:pt x="69964" y="650694"/>
                    <a:pt x="366391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4" y="349928"/>
                    <a:pt x="1377136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50" name="任意多边形: 形状 17"/>
            <p:cNvSpPr/>
            <p:nvPr/>
          </p:nvSpPr>
          <p:spPr>
            <a:xfrm>
              <a:off x="2988306" y="2560116"/>
              <a:ext cx="1355330" cy="881935"/>
            </a:xfrm>
            <a:custGeom>
              <a:avLst/>
              <a:gdLst>
                <a:gd name="connsiteX0" fmla="*/ 1324407 w 1355330"/>
                <a:gd name="connsiteY0" fmla="*/ 880490 h 881935"/>
                <a:gd name="connsiteX1" fmla="*/ 988939 w 1355330"/>
                <a:gd name="connsiteY1" fmla="*/ 76522 h 881935"/>
                <a:gd name="connsiteX2" fmla="*/ 472722 w 1355330"/>
                <a:gd name="connsiteY2" fmla="*/ 31696 h 881935"/>
                <a:gd name="connsiteX3" fmla="*/ 76522 w 1355330"/>
                <a:gd name="connsiteY3" fmla="*/ 365719 h 881935"/>
                <a:gd name="connsiteX4" fmla="*/ 31696 w 1355330"/>
                <a:gd name="connsiteY4" fmla="*/ 881936 h 88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330" h="881935">
                  <a:moveTo>
                    <a:pt x="1324407" y="880490"/>
                  </a:moveTo>
                  <a:cubicBezTo>
                    <a:pt x="1421288" y="572495"/>
                    <a:pt x="1285366" y="229796"/>
                    <a:pt x="988939" y="76522"/>
                  </a:cubicBezTo>
                  <a:cubicBezTo>
                    <a:pt x="822650" y="-10238"/>
                    <a:pt x="637564" y="-20359"/>
                    <a:pt x="472722" y="31696"/>
                  </a:cubicBezTo>
                  <a:cubicBezTo>
                    <a:pt x="307879" y="83752"/>
                    <a:pt x="161835" y="199430"/>
                    <a:pt x="76522" y="365719"/>
                  </a:cubicBezTo>
                  <a:cubicBezTo>
                    <a:pt x="-10238" y="532007"/>
                    <a:pt x="-20359" y="717093"/>
                    <a:pt x="31696" y="881936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51" name="任意多边形: 形状 18"/>
            <p:cNvSpPr/>
            <p:nvPr/>
          </p:nvSpPr>
          <p:spPr>
            <a:xfrm>
              <a:off x="1773005" y="3658950"/>
              <a:ext cx="1356775" cy="881414"/>
            </a:xfrm>
            <a:custGeom>
              <a:avLst/>
              <a:gdLst>
                <a:gd name="connsiteX0" fmla="*/ 30923 w 1356775"/>
                <a:gd name="connsiteY0" fmla="*/ 1446 h 881414"/>
                <a:gd name="connsiteX1" fmla="*/ 366392 w 1356775"/>
                <a:gd name="connsiteY1" fmla="*/ 805414 h 881414"/>
                <a:gd name="connsiteX2" fmla="*/ 1280254 w 1356775"/>
                <a:gd name="connsiteY2" fmla="*/ 516217 h 881414"/>
                <a:gd name="connsiteX3" fmla="*/ 1325080 w 1356775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5" h="881414">
                  <a:moveTo>
                    <a:pt x="30923" y="1446"/>
                  </a:moveTo>
                  <a:cubicBezTo>
                    <a:pt x="-65958" y="309441"/>
                    <a:pt x="69964" y="650694"/>
                    <a:pt x="366392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4" y="349928"/>
                    <a:pt x="1377135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>
              <a:off x="6627179" y="3658950"/>
              <a:ext cx="1356776" cy="881414"/>
            </a:xfrm>
            <a:custGeom>
              <a:avLst/>
              <a:gdLst>
                <a:gd name="connsiteX0" fmla="*/ 30923 w 1356776"/>
                <a:gd name="connsiteY0" fmla="*/ 1446 h 881414"/>
                <a:gd name="connsiteX1" fmla="*/ 366392 w 1356776"/>
                <a:gd name="connsiteY1" fmla="*/ 805414 h 881414"/>
                <a:gd name="connsiteX2" fmla="*/ 1280254 w 1356776"/>
                <a:gd name="connsiteY2" fmla="*/ 516217 h 881414"/>
                <a:gd name="connsiteX3" fmla="*/ 1325080 w 1356776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6" h="881414">
                  <a:moveTo>
                    <a:pt x="30923" y="1446"/>
                  </a:moveTo>
                  <a:cubicBezTo>
                    <a:pt x="-65958" y="309441"/>
                    <a:pt x="69965" y="650694"/>
                    <a:pt x="366392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4" y="349928"/>
                    <a:pt x="1377136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53" name="任意多边形: 形状 20"/>
            <p:cNvSpPr/>
            <p:nvPr/>
          </p:nvSpPr>
          <p:spPr>
            <a:xfrm>
              <a:off x="5423346" y="2560116"/>
              <a:ext cx="1355330" cy="881935"/>
            </a:xfrm>
            <a:custGeom>
              <a:avLst/>
              <a:gdLst>
                <a:gd name="connsiteX0" fmla="*/ 1324407 w 1355330"/>
                <a:gd name="connsiteY0" fmla="*/ 880490 h 881935"/>
                <a:gd name="connsiteX1" fmla="*/ 988939 w 1355330"/>
                <a:gd name="connsiteY1" fmla="*/ 76522 h 881935"/>
                <a:gd name="connsiteX2" fmla="*/ 472721 w 1355330"/>
                <a:gd name="connsiteY2" fmla="*/ 31696 h 881935"/>
                <a:gd name="connsiteX3" fmla="*/ 76521 w 1355330"/>
                <a:gd name="connsiteY3" fmla="*/ 365719 h 881935"/>
                <a:gd name="connsiteX4" fmla="*/ 31696 w 1355330"/>
                <a:gd name="connsiteY4" fmla="*/ 881936 h 88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330" h="881935">
                  <a:moveTo>
                    <a:pt x="1324407" y="880490"/>
                  </a:moveTo>
                  <a:cubicBezTo>
                    <a:pt x="1421288" y="572495"/>
                    <a:pt x="1285366" y="229796"/>
                    <a:pt x="988939" y="76522"/>
                  </a:cubicBezTo>
                  <a:cubicBezTo>
                    <a:pt x="822650" y="-10238"/>
                    <a:pt x="637564" y="-20359"/>
                    <a:pt x="472721" y="31696"/>
                  </a:cubicBezTo>
                  <a:cubicBezTo>
                    <a:pt x="307879" y="83752"/>
                    <a:pt x="161835" y="199430"/>
                    <a:pt x="76521" y="365719"/>
                  </a:cubicBezTo>
                  <a:cubicBezTo>
                    <a:pt x="-10238" y="532007"/>
                    <a:pt x="-20359" y="717093"/>
                    <a:pt x="31696" y="881936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54" name="任意多边形: 形状 21"/>
            <p:cNvSpPr/>
            <p:nvPr/>
          </p:nvSpPr>
          <p:spPr>
            <a:xfrm>
              <a:off x="9062219" y="3658950"/>
              <a:ext cx="1356775" cy="881414"/>
            </a:xfrm>
            <a:custGeom>
              <a:avLst/>
              <a:gdLst>
                <a:gd name="connsiteX0" fmla="*/ 30923 w 1356775"/>
                <a:gd name="connsiteY0" fmla="*/ 1446 h 881414"/>
                <a:gd name="connsiteX1" fmla="*/ 366391 w 1356775"/>
                <a:gd name="connsiteY1" fmla="*/ 805414 h 881414"/>
                <a:gd name="connsiteX2" fmla="*/ 1280254 w 1356775"/>
                <a:gd name="connsiteY2" fmla="*/ 516217 h 881414"/>
                <a:gd name="connsiteX3" fmla="*/ 1325080 w 1356775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5" h="881414">
                  <a:moveTo>
                    <a:pt x="30923" y="1446"/>
                  </a:moveTo>
                  <a:cubicBezTo>
                    <a:pt x="-65958" y="309441"/>
                    <a:pt x="69964" y="650694"/>
                    <a:pt x="366391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3" y="349928"/>
                    <a:pt x="1377135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55" name="任意多边形: 形状 22"/>
            <p:cNvSpPr/>
            <p:nvPr/>
          </p:nvSpPr>
          <p:spPr>
            <a:xfrm>
              <a:off x="7859832" y="2560116"/>
              <a:ext cx="1355330" cy="881935"/>
            </a:xfrm>
            <a:custGeom>
              <a:avLst/>
              <a:gdLst>
                <a:gd name="connsiteX0" fmla="*/ 1324407 w 1355330"/>
                <a:gd name="connsiteY0" fmla="*/ 880490 h 881935"/>
                <a:gd name="connsiteX1" fmla="*/ 988939 w 1355330"/>
                <a:gd name="connsiteY1" fmla="*/ 76522 h 881935"/>
                <a:gd name="connsiteX2" fmla="*/ 472721 w 1355330"/>
                <a:gd name="connsiteY2" fmla="*/ 31696 h 881935"/>
                <a:gd name="connsiteX3" fmla="*/ 76521 w 1355330"/>
                <a:gd name="connsiteY3" fmla="*/ 365719 h 881935"/>
                <a:gd name="connsiteX4" fmla="*/ 31696 w 1355330"/>
                <a:gd name="connsiteY4" fmla="*/ 881936 h 88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330" h="881935">
                  <a:moveTo>
                    <a:pt x="1324407" y="880490"/>
                  </a:moveTo>
                  <a:cubicBezTo>
                    <a:pt x="1421289" y="572495"/>
                    <a:pt x="1285366" y="229796"/>
                    <a:pt x="988939" y="76522"/>
                  </a:cubicBezTo>
                  <a:cubicBezTo>
                    <a:pt x="822650" y="-10238"/>
                    <a:pt x="637564" y="-20359"/>
                    <a:pt x="472721" y="31696"/>
                  </a:cubicBezTo>
                  <a:cubicBezTo>
                    <a:pt x="307879" y="83752"/>
                    <a:pt x="161835" y="199430"/>
                    <a:pt x="76521" y="365719"/>
                  </a:cubicBezTo>
                  <a:cubicBezTo>
                    <a:pt x="-10238" y="532007"/>
                    <a:pt x="-20359" y="717093"/>
                    <a:pt x="31696" y="881936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56" name="任意多边形: 形状 637"/>
            <p:cNvSpPr/>
            <p:nvPr/>
          </p:nvSpPr>
          <p:spPr>
            <a:xfrm>
              <a:off x="2006366" y="3417462"/>
              <a:ext cx="890727" cy="890735"/>
            </a:xfrm>
            <a:custGeom>
              <a:avLst/>
              <a:gdLst>
                <a:gd name="connsiteX0" fmla="*/ 890727 w 890727"/>
                <a:gd name="connsiteY0" fmla="*/ 445371 h 890735"/>
                <a:gd name="connsiteX1" fmla="*/ 445364 w 890727"/>
                <a:gd name="connsiteY1" fmla="*/ 890735 h 890735"/>
                <a:gd name="connsiteX2" fmla="*/ 0 w 890727"/>
                <a:gd name="connsiteY2" fmla="*/ 445371 h 890735"/>
                <a:gd name="connsiteX3" fmla="*/ 445364 w 890727"/>
                <a:gd name="connsiteY3" fmla="*/ 8 h 890735"/>
                <a:gd name="connsiteX4" fmla="*/ 890727 w 890727"/>
                <a:gd name="connsiteY4" fmla="*/ 445371 h 89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727" h="890735">
                  <a:moveTo>
                    <a:pt x="890727" y="445371"/>
                  </a:moveTo>
                  <a:cubicBezTo>
                    <a:pt x="890727" y="691189"/>
                    <a:pt x="691181" y="890735"/>
                    <a:pt x="445364" y="890735"/>
                  </a:cubicBezTo>
                  <a:cubicBezTo>
                    <a:pt x="199546" y="890735"/>
                    <a:pt x="0" y="691189"/>
                    <a:pt x="0" y="445371"/>
                  </a:cubicBezTo>
                  <a:cubicBezTo>
                    <a:pt x="0" y="199554"/>
                    <a:pt x="199546" y="8"/>
                    <a:pt x="445364" y="8"/>
                  </a:cubicBezTo>
                  <a:cubicBezTo>
                    <a:pt x="691181" y="-1438"/>
                    <a:pt x="890727" y="198108"/>
                    <a:pt x="890727" y="445371"/>
                  </a:cubicBezTo>
                  <a:close/>
                </a:path>
              </a:pathLst>
            </a:custGeom>
            <a:solidFill>
              <a:srgbClr val="DB5C4D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grpSp>
          <p:nvGrpSpPr>
            <p:cNvPr id="57" name="图形 4"/>
            <p:cNvGrpSpPr/>
            <p:nvPr/>
          </p:nvGrpSpPr>
          <p:grpSpPr>
            <a:xfrm>
              <a:off x="4422608" y="3417462"/>
              <a:ext cx="893619" cy="890735"/>
              <a:chOff x="4417210" y="4027062"/>
              <a:chExt cx="893619" cy="890735"/>
            </a:xfrm>
            <a:solidFill>
              <a:srgbClr val="DB5C4D"/>
            </a:solidFill>
          </p:grpSpPr>
          <p:sp>
            <p:nvSpPr>
              <p:cNvPr id="58" name="任意多边形: 形状 641"/>
              <p:cNvSpPr/>
              <p:nvPr/>
            </p:nvSpPr>
            <p:spPr>
              <a:xfrm>
                <a:off x="4418656" y="4027062"/>
                <a:ext cx="890727" cy="890735"/>
              </a:xfrm>
              <a:custGeom>
                <a:avLst/>
                <a:gdLst>
                  <a:gd name="connsiteX0" fmla="*/ 890727 w 890727"/>
                  <a:gd name="connsiteY0" fmla="*/ 445371 h 890735"/>
                  <a:gd name="connsiteX1" fmla="*/ 445363 w 890727"/>
                  <a:gd name="connsiteY1" fmla="*/ 890735 h 890735"/>
                  <a:gd name="connsiteX2" fmla="*/ 0 w 890727"/>
                  <a:gd name="connsiteY2" fmla="*/ 445371 h 890735"/>
                  <a:gd name="connsiteX3" fmla="*/ 445363 w 890727"/>
                  <a:gd name="connsiteY3" fmla="*/ 8 h 890735"/>
                  <a:gd name="connsiteX4" fmla="*/ 890727 w 890727"/>
                  <a:gd name="connsiteY4" fmla="*/ 445371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7" h="890735">
                    <a:moveTo>
                      <a:pt x="890727" y="445371"/>
                    </a:moveTo>
                    <a:cubicBezTo>
                      <a:pt x="890727" y="691189"/>
                      <a:pt x="691181" y="890735"/>
                      <a:pt x="445363" y="890735"/>
                    </a:cubicBezTo>
                    <a:cubicBezTo>
                      <a:pt x="199546" y="890735"/>
                      <a:pt x="0" y="691189"/>
                      <a:pt x="0" y="445371"/>
                    </a:cubicBezTo>
                    <a:cubicBezTo>
                      <a:pt x="0" y="199554"/>
                      <a:pt x="199546" y="8"/>
                      <a:pt x="445363" y="8"/>
                    </a:cubicBezTo>
                    <a:cubicBezTo>
                      <a:pt x="691181" y="-1438"/>
                      <a:pt x="890727" y="198108"/>
                      <a:pt x="890727" y="445371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59" name="任意多边形: 形状 642"/>
              <p:cNvSpPr/>
              <p:nvPr/>
            </p:nvSpPr>
            <p:spPr>
              <a:xfrm>
                <a:off x="4545903" y="415287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1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7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1" y="189424"/>
                      <a:pt x="756251" y="310887"/>
                    </a:cubicBezTo>
                    <a:cubicBezTo>
                      <a:pt x="756251" y="556705"/>
                      <a:pt x="556704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7" y="563934"/>
                      <a:pt x="764927" y="318117"/>
                    </a:cubicBezTo>
                    <a:cubicBezTo>
                      <a:pt x="763481" y="193762"/>
                      <a:pt x="711425" y="80975"/>
                      <a:pt x="629004" y="0"/>
                    </a:cubicBezTo>
                    <a:close/>
                  </a:path>
                </a:pathLst>
              </a:custGeom>
              <a:solidFill>
                <a:srgbClr val="E99D95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60" name="任意多边形: 形状 643"/>
              <p:cNvSpPr/>
              <p:nvPr/>
            </p:nvSpPr>
            <p:spPr>
              <a:xfrm>
                <a:off x="4417210" y="402707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6 w 764926"/>
                  <a:gd name="connsiteY2" fmla="*/ 135923 h 766372"/>
                  <a:gd name="connsiteX3" fmla="*/ 445364 w 764926"/>
                  <a:gd name="connsiteY3" fmla="*/ 0 h 766372"/>
                  <a:gd name="connsiteX4" fmla="*/ 0 w 764926"/>
                  <a:gd name="connsiteY4" fmla="*/ 445363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3" y="10122"/>
                      <a:pt x="685397" y="57839"/>
                      <a:pt x="764926" y="135923"/>
                    </a:cubicBezTo>
                    <a:cubicBezTo>
                      <a:pt x="683952" y="52056"/>
                      <a:pt x="569718" y="0"/>
                      <a:pt x="445364" y="0"/>
                    </a:cubicBezTo>
                    <a:cubicBezTo>
                      <a:pt x="199546" y="0"/>
                      <a:pt x="0" y="199546"/>
                      <a:pt x="0" y="445363"/>
                    </a:cubicBezTo>
                    <a:cubicBezTo>
                      <a:pt x="0" y="571164"/>
                      <a:pt x="52056" y="685397"/>
                      <a:pt x="135923" y="766373"/>
                    </a:cubicBezTo>
                    <a:cubicBezTo>
                      <a:pt x="59286" y="685397"/>
                      <a:pt x="10122" y="575502"/>
                      <a:pt x="10122" y="455486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</p:grpSp>
        <p:grpSp>
          <p:nvGrpSpPr>
            <p:cNvPr id="61" name="图形 4"/>
            <p:cNvGrpSpPr/>
            <p:nvPr/>
          </p:nvGrpSpPr>
          <p:grpSpPr>
            <a:xfrm>
              <a:off x="3219548" y="2794242"/>
              <a:ext cx="893619" cy="890735"/>
              <a:chOff x="3214150" y="3403842"/>
              <a:chExt cx="893619" cy="890735"/>
            </a:xfrm>
            <a:solidFill>
              <a:srgbClr val="E4786C"/>
            </a:solidFill>
          </p:grpSpPr>
          <p:sp>
            <p:nvSpPr>
              <p:cNvPr id="62" name="任意多边形: 形状 645"/>
              <p:cNvSpPr/>
              <p:nvPr/>
            </p:nvSpPr>
            <p:spPr>
              <a:xfrm>
                <a:off x="3215596" y="3403842"/>
                <a:ext cx="890727" cy="890735"/>
              </a:xfrm>
              <a:custGeom>
                <a:avLst/>
                <a:gdLst>
                  <a:gd name="connsiteX0" fmla="*/ 890727 w 890727"/>
                  <a:gd name="connsiteY0" fmla="*/ 445372 h 890735"/>
                  <a:gd name="connsiteX1" fmla="*/ 445364 w 890727"/>
                  <a:gd name="connsiteY1" fmla="*/ 890735 h 890735"/>
                  <a:gd name="connsiteX2" fmla="*/ 0 w 890727"/>
                  <a:gd name="connsiteY2" fmla="*/ 445372 h 890735"/>
                  <a:gd name="connsiteX3" fmla="*/ 445364 w 890727"/>
                  <a:gd name="connsiteY3" fmla="*/ 8 h 890735"/>
                  <a:gd name="connsiteX4" fmla="*/ 890727 w 890727"/>
                  <a:gd name="connsiteY4" fmla="*/ 445372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7" h="890735">
                    <a:moveTo>
                      <a:pt x="890727" y="445372"/>
                    </a:moveTo>
                    <a:cubicBezTo>
                      <a:pt x="890727" y="691189"/>
                      <a:pt x="691181" y="890735"/>
                      <a:pt x="445364" y="890735"/>
                    </a:cubicBezTo>
                    <a:cubicBezTo>
                      <a:pt x="199546" y="890735"/>
                      <a:pt x="0" y="691189"/>
                      <a:pt x="0" y="445372"/>
                    </a:cubicBezTo>
                    <a:cubicBezTo>
                      <a:pt x="0" y="199554"/>
                      <a:pt x="199546" y="8"/>
                      <a:pt x="445364" y="8"/>
                    </a:cubicBezTo>
                    <a:cubicBezTo>
                      <a:pt x="691181" y="-1438"/>
                      <a:pt x="890727" y="198108"/>
                      <a:pt x="890727" y="445372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63" name="任意多边形: 形状 646"/>
              <p:cNvSpPr/>
              <p:nvPr/>
            </p:nvSpPr>
            <p:spPr>
              <a:xfrm>
                <a:off x="3342843" y="352965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6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6" y="563934"/>
                      <a:pt x="764926" y="318117"/>
                    </a:cubicBezTo>
                    <a:cubicBezTo>
                      <a:pt x="763480" y="193762"/>
                      <a:pt x="711425" y="80975"/>
                      <a:pt x="629004" y="0"/>
                    </a:cubicBezTo>
                    <a:close/>
                  </a:path>
                </a:pathLst>
              </a:custGeom>
              <a:solidFill>
                <a:srgbClr val="EFAEA6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64" name="任意多边形: 形状 647"/>
              <p:cNvSpPr/>
              <p:nvPr/>
            </p:nvSpPr>
            <p:spPr>
              <a:xfrm>
                <a:off x="3214150" y="340385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7 w 764926"/>
                  <a:gd name="connsiteY2" fmla="*/ 135923 h 766372"/>
                  <a:gd name="connsiteX3" fmla="*/ 445364 w 764926"/>
                  <a:gd name="connsiteY3" fmla="*/ 0 h 766372"/>
                  <a:gd name="connsiteX4" fmla="*/ 0 w 764926"/>
                  <a:gd name="connsiteY4" fmla="*/ 445364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2" y="10122"/>
                      <a:pt x="685397" y="57839"/>
                      <a:pt x="764927" y="135923"/>
                    </a:cubicBezTo>
                    <a:cubicBezTo>
                      <a:pt x="683951" y="52056"/>
                      <a:pt x="569719" y="0"/>
                      <a:pt x="445364" y="0"/>
                    </a:cubicBezTo>
                    <a:cubicBezTo>
                      <a:pt x="199546" y="0"/>
                      <a:pt x="0" y="199546"/>
                      <a:pt x="0" y="445364"/>
                    </a:cubicBezTo>
                    <a:cubicBezTo>
                      <a:pt x="0" y="571164"/>
                      <a:pt x="52056" y="685397"/>
                      <a:pt x="135923" y="766373"/>
                    </a:cubicBezTo>
                    <a:cubicBezTo>
                      <a:pt x="59286" y="685397"/>
                      <a:pt x="10122" y="575503"/>
                      <a:pt x="10122" y="455486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</p:grpSp>
        <p:grpSp>
          <p:nvGrpSpPr>
            <p:cNvPr id="65" name="图形 4"/>
            <p:cNvGrpSpPr/>
            <p:nvPr/>
          </p:nvGrpSpPr>
          <p:grpSpPr>
            <a:xfrm>
              <a:off x="6859094" y="3417462"/>
              <a:ext cx="892173" cy="890735"/>
              <a:chOff x="6853696" y="4027062"/>
              <a:chExt cx="892173" cy="890735"/>
            </a:xfrm>
            <a:solidFill>
              <a:srgbClr val="DB5C4D"/>
            </a:solidFill>
          </p:grpSpPr>
          <p:sp>
            <p:nvSpPr>
              <p:cNvPr id="66" name="任意多边形: 形状 649"/>
              <p:cNvSpPr/>
              <p:nvPr/>
            </p:nvSpPr>
            <p:spPr>
              <a:xfrm>
                <a:off x="6853696" y="4027062"/>
                <a:ext cx="890727" cy="890735"/>
              </a:xfrm>
              <a:custGeom>
                <a:avLst/>
                <a:gdLst>
                  <a:gd name="connsiteX0" fmla="*/ 890727 w 890727"/>
                  <a:gd name="connsiteY0" fmla="*/ 445371 h 890735"/>
                  <a:gd name="connsiteX1" fmla="*/ 445364 w 890727"/>
                  <a:gd name="connsiteY1" fmla="*/ 890735 h 890735"/>
                  <a:gd name="connsiteX2" fmla="*/ 0 w 890727"/>
                  <a:gd name="connsiteY2" fmla="*/ 445371 h 890735"/>
                  <a:gd name="connsiteX3" fmla="*/ 445364 w 890727"/>
                  <a:gd name="connsiteY3" fmla="*/ 8 h 890735"/>
                  <a:gd name="connsiteX4" fmla="*/ 890727 w 890727"/>
                  <a:gd name="connsiteY4" fmla="*/ 445371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7" h="890735">
                    <a:moveTo>
                      <a:pt x="890727" y="445371"/>
                    </a:moveTo>
                    <a:cubicBezTo>
                      <a:pt x="890727" y="691189"/>
                      <a:pt x="691181" y="890735"/>
                      <a:pt x="445364" y="890735"/>
                    </a:cubicBezTo>
                    <a:cubicBezTo>
                      <a:pt x="199546" y="890735"/>
                      <a:pt x="0" y="691189"/>
                      <a:pt x="0" y="445371"/>
                    </a:cubicBezTo>
                    <a:cubicBezTo>
                      <a:pt x="0" y="199554"/>
                      <a:pt x="199546" y="8"/>
                      <a:pt x="445364" y="8"/>
                    </a:cubicBezTo>
                    <a:cubicBezTo>
                      <a:pt x="691181" y="-1438"/>
                      <a:pt x="890727" y="198108"/>
                      <a:pt x="890727" y="445371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67" name="任意多边形: 形状 650"/>
              <p:cNvSpPr/>
              <p:nvPr/>
            </p:nvSpPr>
            <p:spPr>
              <a:xfrm>
                <a:off x="6980943" y="415287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6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6" y="563934"/>
                      <a:pt x="764926" y="318117"/>
                    </a:cubicBezTo>
                    <a:cubicBezTo>
                      <a:pt x="763480" y="193762"/>
                      <a:pt x="712871" y="80975"/>
                      <a:pt x="629004" y="0"/>
                    </a:cubicBezTo>
                    <a:close/>
                  </a:path>
                </a:pathLst>
              </a:custGeom>
              <a:solidFill>
                <a:srgbClr val="E99D95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68" name="任意多边形: 形状 651"/>
              <p:cNvSpPr/>
              <p:nvPr/>
            </p:nvSpPr>
            <p:spPr>
              <a:xfrm>
                <a:off x="6853696" y="402707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6 w 764926"/>
                  <a:gd name="connsiteY2" fmla="*/ 135923 h 766372"/>
                  <a:gd name="connsiteX3" fmla="*/ 445364 w 764926"/>
                  <a:gd name="connsiteY3" fmla="*/ 0 h 766372"/>
                  <a:gd name="connsiteX4" fmla="*/ 0 w 764926"/>
                  <a:gd name="connsiteY4" fmla="*/ 445363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3" y="10122"/>
                      <a:pt x="685397" y="57839"/>
                      <a:pt x="764926" y="135923"/>
                    </a:cubicBezTo>
                    <a:cubicBezTo>
                      <a:pt x="683952" y="52056"/>
                      <a:pt x="569718" y="0"/>
                      <a:pt x="445364" y="0"/>
                    </a:cubicBezTo>
                    <a:cubicBezTo>
                      <a:pt x="199546" y="0"/>
                      <a:pt x="0" y="199546"/>
                      <a:pt x="0" y="445363"/>
                    </a:cubicBezTo>
                    <a:cubicBezTo>
                      <a:pt x="0" y="571164"/>
                      <a:pt x="52056" y="685397"/>
                      <a:pt x="135923" y="766373"/>
                    </a:cubicBezTo>
                    <a:cubicBezTo>
                      <a:pt x="57839" y="685397"/>
                      <a:pt x="10122" y="575502"/>
                      <a:pt x="10122" y="455486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</p:grpSp>
        <p:grpSp>
          <p:nvGrpSpPr>
            <p:cNvPr id="69" name="图形 4"/>
            <p:cNvGrpSpPr/>
            <p:nvPr/>
          </p:nvGrpSpPr>
          <p:grpSpPr>
            <a:xfrm>
              <a:off x="5656034" y="2794242"/>
              <a:ext cx="892172" cy="890735"/>
              <a:chOff x="5650636" y="3403842"/>
              <a:chExt cx="892172" cy="890735"/>
            </a:xfrm>
            <a:solidFill>
              <a:srgbClr val="E4786C"/>
            </a:solidFill>
          </p:grpSpPr>
          <p:sp>
            <p:nvSpPr>
              <p:cNvPr id="70" name="任意多边形: 形状 653"/>
              <p:cNvSpPr/>
              <p:nvPr/>
            </p:nvSpPr>
            <p:spPr>
              <a:xfrm>
                <a:off x="5650636" y="3403842"/>
                <a:ext cx="890726" cy="890735"/>
              </a:xfrm>
              <a:custGeom>
                <a:avLst/>
                <a:gdLst>
                  <a:gd name="connsiteX0" fmla="*/ 890727 w 890726"/>
                  <a:gd name="connsiteY0" fmla="*/ 445372 h 890735"/>
                  <a:gd name="connsiteX1" fmla="*/ 445363 w 890726"/>
                  <a:gd name="connsiteY1" fmla="*/ 890735 h 890735"/>
                  <a:gd name="connsiteX2" fmla="*/ 0 w 890726"/>
                  <a:gd name="connsiteY2" fmla="*/ 445372 h 890735"/>
                  <a:gd name="connsiteX3" fmla="*/ 445363 w 890726"/>
                  <a:gd name="connsiteY3" fmla="*/ 8 h 890735"/>
                  <a:gd name="connsiteX4" fmla="*/ 890727 w 890726"/>
                  <a:gd name="connsiteY4" fmla="*/ 445372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6" h="890735">
                    <a:moveTo>
                      <a:pt x="890727" y="445372"/>
                    </a:moveTo>
                    <a:cubicBezTo>
                      <a:pt x="890727" y="691189"/>
                      <a:pt x="691181" y="890735"/>
                      <a:pt x="445363" y="890735"/>
                    </a:cubicBezTo>
                    <a:cubicBezTo>
                      <a:pt x="199546" y="890735"/>
                      <a:pt x="0" y="691189"/>
                      <a:pt x="0" y="445372"/>
                    </a:cubicBezTo>
                    <a:cubicBezTo>
                      <a:pt x="0" y="199554"/>
                      <a:pt x="199546" y="8"/>
                      <a:pt x="445363" y="8"/>
                    </a:cubicBezTo>
                    <a:cubicBezTo>
                      <a:pt x="691181" y="-1438"/>
                      <a:pt x="890727" y="198108"/>
                      <a:pt x="890727" y="445372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71" name="任意多边形: 形状 654"/>
              <p:cNvSpPr/>
              <p:nvPr/>
            </p:nvSpPr>
            <p:spPr>
              <a:xfrm>
                <a:off x="5777883" y="352965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6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1" y="763480"/>
                      <a:pt x="764926" y="563934"/>
                      <a:pt x="764926" y="318117"/>
                    </a:cubicBezTo>
                    <a:cubicBezTo>
                      <a:pt x="763480" y="193762"/>
                      <a:pt x="712871" y="80975"/>
                      <a:pt x="629004" y="0"/>
                    </a:cubicBezTo>
                    <a:close/>
                  </a:path>
                </a:pathLst>
              </a:custGeom>
              <a:solidFill>
                <a:srgbClr val="EFAEA6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72" name="任意多边形: 形状 655"/>
              <p:cNvSpPr/>
              <p:nvPr/>
            </p:nvSpPr>
            <p:spPr>
              <a:xfrm>
                <a:off x="5650636" y="340385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6 w 764926"/>
                  <a:gd name="connsiteY2" fmla="*/ 135923 h 766372"/>
                  <a:gd name="connsiteX3" fmla="*/ 445363 w 764926"/>
                  <a:gd name="connsiteY3" fmla="*/ 0 h 766372"/>
                  <a:gd name="connsiteX4" fmla="*/ 0 w 764926"/>
                  <a:gd name="connsiteY4" fmla="*/ 445364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2" y="10122"/>
                      <a:pt x="685397" y="57839"/>
                      <a:pt x="764926" y="135923"/>
                    </a:cubicBezTo>
                    <a:cubicBezTo>
                      <a:pt x="683951" y="52056"/>
                      <a:pt x="569718" y="0"/>
                      <a:pt x="445363" y="0"/>
                    </a:cubicBezTo>
                    <a:cubicBezTo>
                      <a:pt x="199546" y="0"/>
                      <a:pt x="0" y="199546"/>
                      <a:pt x="0" y="445364"/>
                    </a:cubicBezTo>
                    <a:cubicBezTo>
                      <a:pt x="0" y="571164"/>
                      <a:pt x="52055" y="685397"/>
                      <a:pt x="135923" y="766373"/>
                    </a:cubicBezTo>
                    <a:cubicBezTo>
                      <a:pt x="57839" y="685397"/>
                      <a:pt x="10122" y="575503"/>
                      <a:pt x="10122" y="455486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</p:grpSp>
        <p:sp>
          <p:nvSpPr>
            <p:cNvPr id="73" name="任意多边形: 形状 657"/>
            <p:cNvSpPr/>
            <p:nvPr/>
          </p:nvSpPr>
          <p:spPr>
            <a:xfrm>
              <a:off x="9295580" y="3417462"/>
              <a:ext cx="890726" cy="890735"/>
            </a:xfrm>
            <a:custGeom>
              <a:avLst/>
              <a:gdLst>
                <a:gd name="connsiteX0" fmla="*/ 890727 w 890726"/>
                <a:gd name="connsiteY0" fmla="*/ 445371 h 890735"/>
                <a:gd name="connsiteX1" fmla="*/ 445363 w 890726"/>
                <a:gd name="connsiteY1" fmla="*/ 890735 h 890735"/>
                <a:gd name="connsiteX2" fmla="*/ 0 w 890726"/>
                <a:gd name="connsiteY2" fmla="*/ 445371 h 890735"/>
                <a:gd name="connsiteX3" fmla="*/ 445363 w 890726"/>
                <a:gd name="connsiteY3" fmla="*/ 8 h 890735"/>
                <a:gd name="connsiteX4" fmla="*/ 890727 w 890726"/>
                <a:gd name="connsiteY4" fmla="*/ 445371 h 89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726" h="890735">
                  <a:moveTo>
                    <a:pt x="890727" y="445371"/>
                  </a:moveTo>
                  <a:cubicBezTo>
                    <a:pt x="890727" y="691189"/>
                    <a:pt x="691181" y="890735"/>
                    <a:pt x="445363" y="890735"/>
                  </a:cubicBezTo>
                  <a:cubicBezTo>
                    <a:pt x="199546" y="890735"/>
                    <a:pt x="0" y="691189"/>
                    <a:pt x="0" y="445371"/>
                  </a:cubicBezTo>
                  <a:cubicBezTo>
                    <a:pt x="0" y="199554"/>
                    <a:pt x="199546" y="8"/>
                    <a:pt x="445363" y="8"/>
                  </a:cubicBezTo>
                  <a:cubicBezTo>
                    <a:pt x="691181" y="-1438"/>
                    <a:pt x="890727" y="198108"/>
                    <a:pt x="890727" y="445371"/>
                  </a:cubicBezTo>
                  <a:close/>
                </a:path>
              </a:pathLst>
            </a:custGeom>
            <a:solidFill>
              <a:srgbClr val="DB5C4D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grpSp>
          <p:nvGrpSpPr>
            <p:cNvPr id="74" name="图形 4"/>
            <p:cNvGrpSpPr/>
            <p:nvPr/>
          </p:nvGrpSpPr>
          <p:grpSpPr>
            <a:xfrm>
              <a:off x="8092520" y="2794242"/>
              <a:ext cx="892173" cy="890735"/>
              <a:chOff x="8087122" y="3403842"/>
              <a:chExt cx="892173" cy="890735"/>
            </a:xfrm>
            <a:solidFill>
              <a:srgbClr val="E4786C"/>
            </a:solidFill>
          </p:grpSpPr>
          <p:sp>
            <p:nvSpPr>
              <p:cNvPr id="75" name="任意多边形: 形状 661"/>
              <p:cNvSpPr/>
              <p:nvPr/>
            </p:nvSpPr>
            <p:spPr>
              <a:xfrm>
                <a:off x="8087122" y="3403842"/>
                <a:ext cx="890726" cy="890735"/>
              </a:xfrm>
              <a:custGeom>
                <a:avLst/>
                <a:gdLst>
                  <a:gd name="connsiteX0" fmla="*/ 890727 w 890726"/>
                  <a:gd name="connsiteY0" fmla="*/ 445372 h 890735"/>
                  <a:gd name="connsiteX1" fmla="*/ 445363 w 890726"/>
                  <a:gd name="connsiteY1" fmla="*/ 890735 h 890735"/>
                  <a:gd name="connsiteX2" fmla="*/ 0 w 890726"/>
                  <a:gd name="connsiteY2" fmla="*/ 445372 h 890735"/>
                  <a:gd name="connsiteX3" fmla="*/ 445363 w 890726"/>
                  <a:gd name="connsiteY3" fmla="*/ 8 h 890735"/>
                  <a:gd name="connsiteX4" fmla="*/ 890727 w 890726"/>
                  <a:gd name="connsiteY4" fmla="*/ 445372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6" h="890735">
                    <a:moveTo>
                      <a:pt x="890727" y="445372"/>
                    </a:moveTo>
                    <a:cubicBezTo>
                      <a:pt x="890727" y="691189"/>
                      <a:pt x="691181" y="890735"/>
                      <a:pt x="445363" y="890735"/>
                    </a:cubicBezTo>
                    <a:cubicBezTo>
                      <a:pt x="199546" y="890735"/>
                      <a:pt x="0" y="691189"/>
                      <a:pt x="0" y="445372"/>
                    </a:cubicBezTo>
                    <a:cubicBezTo>
                      <a:pt x="0" y="199554"/>
                      <a:pt x="199546" y="8"/>
                      <a:pt x="445363" y="8"/>
                    </a:cubicBezTo>
                    <a:cubicBezTo>
                      <a:pt x="691181" y="-1438"/>
                      <a:pt x="890727" y="198108"/>
                      <a:pt x="890727" y="445372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76" name="任意多边形: 形状 662"/>
              <p:cNvSpPr/>
              <p:nvPr/>
            </p:nvSpPr>
            <p:spPr>
              <a:xfrm>
                <a:off x="8214369" y="352965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7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7" y="563934"/>
                      <a:pt x="764927" y="318117"/>
                    </a:cubicBezTo>
                    <a:cubicBezTo>
                      <a:pt x="763480" y="193762"/>
                      <a:pt x="711425" y="80975"/>
                      <a:pt x="629004" y="0"/>
                    </a:cubicBezTo>
                    <a:close/>
                  </a:path>
                </a:pathLst>
              </a:custGeom>
              <a:solidFill>
                <a:srgbClr val="EFAEA6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77" name="任意多边形: 形状 663"/>
              <p:cNvSpPr/>
              <p:nvPr/>
            </p:nvSpPr>
            <p:spPr>
              <a:xfrm>
                <a:off x="8087122" y="3403850"/>
                <a:ext cx="764925" cy="766372"/>
              </a:xfrm>
              <a:custGeom>
                <a:avLst/>
                <a:gdLst>
                  <a:gd name="connsiteX0" fmla="*/ 10122 w 764925"/>
                  <a:gd name="connsiteY0" fmla="*/ 455486 h 766372"/>
                  <a:gd name="connsiteX1" fmla="*/ 455486 w 764925"/>
                  <a:gd name="connsiteY1" fmla="*/ 10122 h 766372"/>
                  <a:gd name="connsiteX2" fmla="*/ 764926 w 764925"/>
                  <a:gd name="connsiteY2" fmla="*/ 135923 h 766372"/>
                  <a:gd name="connsiteX3" fmla="*/ 445363 w 764925"/>
                  <a:gd name="connsiteY3" fmla="*/ 0 h 766372"/>
                  <a:gd name="connsiteX4" fmla="*/ 0 w 764925"/>
                  <a:gd name="connsiteY4" fmla="*/ 445364 h 766372"/>
                  <a:gd name="connsiteX5" fmla="*/ 135923 w 764925"/>
                  <a:gd name="connsiteY5" fmla="*/ 766373 h 766372"/>
                  <a:gd name="connsiteX6" fmla="*/ 10122 w 764925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5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2" y="10122"/>
                      <a:pt x="685397" y="57839"/>
                      <a:pt x="764926" y="135923"/>
                    </a:cubicBezTo>
                    <a:cubicBezTo>
                      <a:pt x="683951" y="52056"/>
                      <a:pt x="569718" y="0"/>
                      <a:pt x="445363" y="0"/>
                    </a:cubicBezTo>
                    <a:cubicBezTo>
                      <a:pt x="199546" y="0"/>
                      <a:pt x="0" y="199546"/>
                      <a:pt x="0" y="445364"/>
                    </a:cubicBezTo>
                    <a:cubicBezTo>
                      <a:pt x="0" y="571164"/>
                      <a:pt x="52055" y="685397"/>
                      <a:pt x="135923" y="766373"/>
                    </a:cubicBezTo>
                    <a:cubicBezTo>
                      <a:pt x="57839" y="685397"/>
                      <a:pt x="10122" y="575503"/>
                      <a:pt x="10122" y="455486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false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Microsoft YaHei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</a:endParaRPr>
              </a:p>
            </p:txBody>
          </p:sp>
        </p:grpSp>
        <p:sp>
          <p:nvSpPr>
            <p:cNvPr id="78" name="任意多边形: 形状 665"/>
            <p:cNvSpPr/>
            <p:nvPr/>
          </p:nvSpPr>
          <p:spPr>
            <a:xfrm>
              <a:off x="2106139" y="3517243"/>
              <a:ext cx="691181" cy="691181"/>
            </a:xfrm>
            <a:custGeom>
              <a:avLst/>
              <a:gdLst>
                <a:gd name="connsiteX0" fmla="*/ 691181 w 691181"/>
                <a:gd name="connsiteY0" fmla="*/ 345591 h 691181"/>
                <a:gd name="connsiteX1" fmla="*/ 345591 w 691181"/>
                <a:gd name="connsiteY1" fmla="*/ 691182 h 691181"/>
                <a:gd name="connsiteX2" fmla="*/ 0 w 691181"/>
                <a:gd name="connsiteY2" fmla="*/ 345591 h 691181"/>
                <a:gd name="connsiteX3" fmla="*/ 345591 w 691181"/>
                <a:gd name="connsiteY3" fmla="*/ 0 h 691181"/>
                <a:gd name="connsiteX4" fmla="*/ 691181 w 691181"/>
                <a:gd name="connsiteY4" fmla="*/ 345591 h 691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81">
                  <a:moveTo>
                    <a:pt x="691181" y="345591"/>
                  </a:moveTo>
                  <a:cubicBezTo>
                    <a:pt x="691181" y="536461"/>
                    <a:pt x="536461" y="691182"/>
                    <a:pt x="345591" y="691182"/>
                  </a:cubicBezTo>
                  <a:cubicBezTo>
                    <a:pt x="154721" y="691182"/>
                    <a:pt x="0" y="536461"/>
                    <a:pt x="0" y="345591"/>
                  </a:cubicBezTo>
                  <a:cubicBezTo>
                    <a:pt x="0" y="154721"/>
                    <a:pt x="154721" y="0"/>
                    <a:pt x="345591" y="0"/>
                  </a:cubicBezTo>
                  <a:cubicBezTo>
                    <a:pt x="536461" y="0"/>
                    <a:pt x="691181" y="153275"/>
                    <a:pt x="691181" y="34559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79" name="任意多边形: 形状 666"/>
            <p:cNvSpPr/>
            <p:nvPr/>
          </p:nvSpPr>
          <p:spPr>
            <a:xfrm>
              <a:off x="4523827" y="351723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2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2"/>
                    <a:pt x="345591" y="691192"/>
                  </a:cubicBezTo>
                  <a:cubicBezTo>
                    <a:pt x="154721" y="691192"/>
                    <a:pt x="0" y="536471"/>
                    <a:pt x="0" y="345601"/>
                  </a:cubicBezTo>
                  <a:cubicBezTo>
                    <a:pt x="0" y="154731"/>
                    <a:pt x="154721" y="10"/>
                    <a:pt x="345591" y="10"/>
                  </a:cubicBezTo>
                  <a:cubicBezTo>
                    <a:pt x="536461" y="-1436"/>
                    <a:pt x="691181" y="153285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80" name="任意多边形: 形状 667"/>
            <p:cNvSpPr/>
            <p:nvPr/>
          </p:nvSpPr>
          <p:spPr>
            <a:xfrm>
              <a:off x="3320767" y="289401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1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1"/>
                    <a:pt x="345591" y="691191"/>
                  </a:cubicBezTo>
                  <a:cubicBezTo>
                    <a:pt x="154720" y="691191"/>
                    <a:pt x="0" y="536471"/>
                    <a:pt x="0" y="345601"/>
                  </a:cubicBezTo>
                  <a:cubicBezTo>
                    <a:pt x="0" y="154730"/>
                    <a:pt x="154720" y="10"/>
                    <a:pt x="345591" y="10"/>
                  </a:cubicBezTo>
                  <a:cubicBezTo>
                    <a:pt x="536461" y="-1436"/>
                    <a:pt x="691181" y="153284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81" name="任意多边形: 形状 668"/>
            <p:cNvSpPr/>
            <p:nvPr/>
          </p:nvSpPr>
          <p:spPr>
            <a:xfrm>
              <a:off x="6958867" y="351723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2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2"/>
                    <a:pt x="345591" y="691192"/>
                  </a:cubicBezTo>
                  <a:cubicBezTo>
                    <a:pt x="154721" y="691192"/>
                    <a:pt x="0" y="536471"/>
                    <a:pt x="0" y="345601"/>
                  </a:cubicBezTo>
                  <a:cubicBezTo>
                    <a:pt x="0" y="154731"/>
                    <a:pt x="154721" y="10"/>
                    <a:pt x="345591" y="10"/>
                  </a:cubicBezTo>
                  <a:cubicBezTo>
                    <a:pt x="536461" y="-1436"/>
                    <a:pt x="691181" y="153285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82" name="任意多边形: 形状 669"/>
            <p:cNvSpPr/>
            <p:nvPr/>
          </p:nvSpPr>
          <p:spPr>
            <a:xfrm>
              <a:off x="5755807" y="2894013"/>
              <a:ext cx="691180" cy="691191"/>
            </a:xfrm>
            <a:custGeom>
              <a:avLst/>
              <a:gdLst>
                <a:gd name="connsiteX0" fmla="*/ 691181 w 691180"/>
                <a:gd name="connsiteY0" fmla="*/ 345601 h 691191"/>
                <a:gd name="connsiteX1" fmla="*/ 345591 w 691180"/>
                <a:gd name="connsiteY1" fmla="*/ 691191 h 691191"/>
                <a:gd name="connsiteX2" fmla="*/ 0 w 691180"/>
                <a:gd name="connsiteY2" fmla="*/ 345601 h 691191"/>
                <a:gd name="connsiteX3" fmla="*/ 345591 w 691180"/>
                <a:gd name="connsiteY3" fmla="*/ 10 h 691191"/>
                <a:gd name="connsiteX4" fmla="*/ 691181 w 691180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0" h="691191">
                  <a:moveTo>
                    <a:pt x="691181" y="345601"/>
                  </a:moveTo>
                  <a:cubicBezTo>
                    <a:pt x="691181" y="536471"/>
                    <a:pt x="536461" y="691191"/>
                    <a:pt x="345591" y="691191"/>
                  </a:cubicBezTo>
                  <a:cubicBezTo>
                    <a:pt x="154720" y="691191"/>
                    <a:pt x="0" y="536471"/>
                    <a:pt x="0" y="345601"/>
                  </a:cubicBezTo>
                  <a:cubicBezTo>
                    <a:pt x="0" y="154730"/>
                    <a:pt x="154720" y="10"/>
                    <a:pt x="345591" y="10"/>
                  </a:cubicBezTo>
                  <a:cubicBezTo>
                    <a:pt x="536461" y="-1436"/>
                    <a:pt x="691181" y="153284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83" name="任意多边形: 形状 670"/>
            <p:cNvSpPr/>
            <p:nvPr/>
          </p:nvSpPr>
          <p:spPr>
            <a:xfrm>
              <a:off x="9395353" y="3517233"/>
              <a:ext cx="691180" cy="691191"/>
            </a:xfrm>
            <a:custGeom>
              <a:avLst/>
              <a:gdLst>
                <a:gd name="connsiteX0" fmla="*/ 691181 w 691180"/>
                <a:gd name="connsiteY0" fmla="*/ 345601 h 691191"/>
                <a:gd name="connsiteX1" fmla="*/ 345591 w 691180"/>
                <a:gd name="connsiteY1" fmla="*/ 691192 h 691191"/>
                <a:gd name="connsiteX2" fmla="*/ 0 w 691180"/>
                <a:gd name="connsiteY2" fmla="*/ 345601 h 691191"/>
                <a:gd name="connsiteX3" fmla="*/ 345591 w 691180"/>
                <a:gd name="connsiteY3" fmla="*/ 10 h 691191"/>
                <a:gd name="connsiteX4" fmla="*/ 691181 w 691180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0" h="691191">
                  <a:moveTo>
                    <a:pt x="691181" y="345601"/>
                  </a:moveTo>
                  <a:cubicBezTo>
                    <a:pt x="691181" y="536471"/>
                    <a:pt x="536461" y="691192"/>
                    <a:pt x="345591" y="691192"/>
                  </a:cubicBezTo>
                  <a:cubicBezTo>
                    <a:pt x="154721" y="691192"/>
                    <a:pt x="0" y="536471"/>
                    <a:pt x="0" y="345601"/>
                  </a:cubicBezTo>
                  <a:cubicBezTo>
                    <a:pt x="0" y="154731"/>
                    <a:pt x="154721" y="10"/>
                    <a:pt x="345591" y="10"/>
                  </a:cubicBezTo>
                  <a:cubicBezTo>
                    <a:pt x="536461" y="-1436"/>
                    <a:pt x="691181" y="153285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84" name="任意多边形: 形状 671"/>
            <p:cNvSpPr/>
            <p:nvPr/>
          </p:nvSpPr>
          <p:spPr>
            <a:xfrm>
              <a:off x="8192293" y="289401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1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1"/>
                    <a:pt x="345591" y="691191"/>
                  </a:cubicBezTo>
                  <a:cubicBezTo>
                    <a:pt x="154720" y="691191"/>
                    <a:pt x="0" y="536471"/>
                    <a:pt x="0" y="345601"/>
                  </a:cubicBezTo>
                  <a:cubicBezTo>
                    <a:pt x="0" y="154730"/>
                    <a:pt x="154720" y="10"/>
                    <a:pt x="345591" y="10"/>
                  </a:cubicBezTo>
                  <a:cubicBezTo>
                    <a:pt x="536461" y="-1436"/>
                    <a:pt x="691181" y="153284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</p:grpSp>
      <p:grpSp>
        <p:nvGrpSpPr>
          <p:cNvPr id="85" name="组合 843"/>
          <p:cNvGrpSpPr/>
          <p:nvPr/>
        </p:nvGrpSpPr>
        <p:grpSpPr>
          <a:xfrm rot="0" flipH="false" flipV="false">
            <a:off x="1729800" y="1357366"/>
            <a:ext cx="2587019" cy="1238902"/>
            <a:chOff x="2420037" y="201712"/>
            <a:chExt cx="2237639" cy="1366916"/>
          </a:xfrm>
        </p:grpSpPr>
        <p:sp>
          <p:nvSpPr>
            <p:cNvPr id="86" name="文本框 23"/>
            <p:cNvSpPr txBox="true"/>
            <p:nvPr/>
          </p:nvSpPr>
          <p:spPr>
            <a:xfrm>
              <a:off x="2420037" y="201712"/>
              <a:ext cx="2103599" cy="497435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marL="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800" b="true">
                  <a:solidFill>
                    <a:srgbClr val="C30000">
                      <a:alpha val="100000"/>
                    </a:srgbClr>
                  </a:solidFill>
                  <a:latin typeface="Microsoft YaHei"/>
                  <a:ea typeface="Microsoft YaHei"/>
                </a:rPr>
                <a:t>协助顾客开门离店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  <p:sp>
          <p:nvSpPr>
            <p:cNvPr id="87" name="文本框 24"/>
            <p:cNvSpPr txBox="true"/>
            <p:nvPr/>
          </p:nvSpPr>
          <p:spPr>
            <a:xfrm rot="0" flipH="false" flipV="false">
              <a:off x="2420037" y="559746"/>
              <a:ext cx="2237640" cy="1008884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在确认顾客未购物或购物流程无异常后，</a:t>
              </a:r>
              <a:r>
                <a:rPr lang="en-US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AI</a:t>
              </a: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客服主动为其开门离店，严禁反向操作将店外人员放入。</a:t>
              </a:r>
              <a:endParaRPr/>
            </a:p>
          </p:txBody>
        </p:sp>
      </p:grpSp>
      <p:grpSp>
        <p:nvGrpSpPr>
          <p:cNvPr id="88" name="组合 844"/>
          <p:cNvGrpSpPr/>
          <p:nvPr/>
        </p:nvGrpSpPr>
        <p:grpSpPr>
          <a:xfrm rot="0" flipH="false" flipV="false">
            <a:off x="4635965" y="1366572"/>
            <a:ext cx="2178050" cy="1238903"/>
            <a:chOff x="2420037" y="201712"/>
            <a:chExt cx="2102242" cy="1366917"/>
          </a:xfrm>
        </p:grpSpPr>
        <p:sp>
          <p:nvSpPr>
            <p:cNvPr id="89" name="文本框 23"/>
            <p:cNvSpPr txBox="true"/>
            <p:nvPr/>
          </p:nvSpPr>
          <p:spPr>
            <a:xfrm>
              <a:off x="2420037" y="201712"/>
              <a:ext cx="2102242" cy="497435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marL="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800" b="true">
                  <a:solidFill>
                    <a:srgbClr val="B7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顾客在店内吸烟</a:t>
              </a:r>
              <a:endParaRPr lang="zh-CN" sz="1800">
                <a:solidFill>
                  <a:srgbClr val="B70000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  <p:sp>
          <p:nvSpPr>
            <p:cNvPr id="90" name="文本框 24"/>
            <p:cNvSpPr txBox="true"/>
            <p:nvPr/>
          </p:nvSpPr>
          <p:spPr>
            <a:xfrm>
              <a:off x="2420037" y="559746"/>
              <a:ext cx="2102242" cy="1008884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顾客在无人提醒的情况下，在店内点烟或吸烟，触发安全与合规风险的场景。</a:t>
              </a:r>
              <a:endParaRPr lang="zh-CN" sz="1200">
                <a:solidFill>
                  <a:srgbClr val="262626">
                    <a:alpha val="100000"/>
                  </a:srgbClr>
                </a:solidFill>
                <a:latin typeface="黑体"/>
                <a:ea typeface="黑体"/>
              </a:endParaRPr>
            </a:p>
          </p:txBody>
        </p:sp>
      </p:grpSp>
      <p:grpSp>
        <p:nvGrpSpPr>
          <p:cNvPr id="91" name="组合 847"/>
          <p:cNvGrpSpPr/>
          <p:nvPr/>
        </p:nvGrpSpPr>
        <p:grpSpPr>
          <a:xfrm rot="0" flipH="false" flipV="false">
            <a:off x="7100109" y="1366572"/>
            <a:ext cx="2438400" cy="1238909"/>
            <a:chOff x="2420037" y="201712"/>
            <a:chExt cx="2110135" cy="1366887"/>
          </a:xfrm>
        </p:grpSpPr>
        <p:sp>
          <p:nvSpPr>
            <p:cNvPr id="92" name="文本框 23"/>
            <p:cNvSpPr txBox="true"/>
            <p:nvPr/>
          </p:nvSpPr>
          <p:spPr>
            <a:xfrm>
              <a:off x="2420037" y="201712"/>
              <a:ext cx="2110135" cy="497421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marL="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800" b="true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</a:rPr>
                <a:t>核对商品环节</a:t>
              </a:r>
              <a:endParaRPr lang="zh-CN" sz="1800">
                <a:solidFill>
                  <a:srgbClr val="C00000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  <p:sp>
          <p:nvSpPr>
            <p:cNvPr id="93" name="文本框 24"/>
            <p:cNvSpPr txBox="true"/>
            <p:nvPr/>
          </p:nvSpPr>
          <p:spPr>
            <a:xfrm>
              <a:off x="2420037" y="559747"/>
              <a:ext cx="2104640" cy="1008855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顾客结算前，需由值守人员远程协助确认所购商品的品类、数量及状态是否一致的场景。</a:t>
              </a:r>
              <a:endPara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</p:grpSp>
      <p:grpSp>
        <p:nvGrpSpPr>
          <p:cNvPr id="94" name="组合 850"/>
          <p:cNvGrpSpPr/>
          <p:nvPr/>
        </p:nvGrpSpPr>
        <p:grpSpPr>
          <a:xfrm rot="0" flipH="false" flipV="false">
            <a:off x="939449" y="5052461"/>
            <a:ext cx="2228850" cy="1238902"/>
            <a:chOff x="2420037" y="201712"/>
            <a:chExt cx="2103666" cy="1366916"/>
          </a:xfrm>
        </p:grpSpPr>
        <p:sp>
          <p:nvSpPr>
            <p:cNvPr id="95" name="文本框 23"/>
            <p:cNvSpPr txBox="true"/>
            <p:nvPr/>
          </p:nvSpPr>
          <p:spPr>
            <a:xfrm>
              <a:off x="2420037" y="201712"/>
              <a:ext cx="2103666" cy="497435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marL="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800" b="true">
                  <a:solidFill>
                    <a:srgbClr val="C3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顾客购买多件商品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  <p:sp>
          <p:nvSpPr>
            <p:cNvPr id="96" name="文本框 24"/>
            <p:cNvSpPr txBox="true"/>
            <p:nvPr/>
          </p:nvSpPr>
          <p:spPr>
            <a:xfrm rot="0" flipH="false" flipV="false">
              <a:off x="2420037" y="559746"/>
              <a:ext cx="2103666" cy="1008884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顾客在店内同时选取六件及以上商品，需完成多品类或多数量商品结算的购物场景。</a:t>
              </a:r>
              <a:endPara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</p:grpSp>
      <p:grpSp>
        <p:nvGrpSpPr>
          <p:cNvPr id="97" name="组合 853"/>
          <p:cNvGrpSpPr/>
          <p:nvPr/>
        </p:nvGrpSpPr>
        <p:grpSpPr>
          <a:xfrm rot="0" flipH="false" flipV="false">
            <a:off x="3396987" y="5052461"/>
            <a:ext cx="2228850" cy="1518302"/>
            <a:chOff x="2420037" y="201712"/>
            <a:chExt cx="2103647" cy="1675187"/>
          </a:xfrm>
        </p:grpSpPr>
        <p:sp>
          <p:nvSpPr>
            <p:cNvPr id="98" name="文本框 23"/>
            <p:cNvSpPr txBox="true"/>
            <p:nvPr/>
          </p:nvSpPr>
          <p:spPr>
            <a:xfrm>
              <a:off x="2420037" y="201712"/>
              <a:ext cx="2103647" cy="497435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marL="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800" b="true">
                  <a:solidFill>
                    <a:srgbClr val="C3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顾客长时间在店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  <p:sp>
          <p:nvSpPr>
            <p:cNvPr id="99" name="文本框 24"/>
            <p:cNvSpPr txBox="true"/>
            <p:nvPr/>
          </p:nvSpPr>
          <p:spPr>
            <a:xfrm>
              <a:off x="2420037" y="559746"/>
              <a:ext cx="2103647" cy="1317154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顾客在店内停留时间超出正常购物时长，</a:t>
              </a:r>
              <a:r>
                <a:rPr lang="en-US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AI</a:t>
              </a: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客服主动询问顾客诉求，确认是否有购物需要或计划长时间滞留。</a:t>
              </a:r>
              <a:endParaRPr/>
            </a:p>
          </p:txBody>
        </p:sp>
      </p:grpSp>
      <p:grpSp>
        <p:nvGrpSpPr>
          <p:cNvPr id="100" name="组合 856"/>
          <p:cNvGrpSpPr/>
          <p:nvPr/>
        </p:nvGrpSpPr>
        <p:grpSpPr>
          <a:xfrm rot="0" flipH="false" flipV="false">
            <a:off x="5855124" y="5052461"/>
            <a:ext cx="1987550" cy="1238903"/>
            <a:chOff x="2420036" y="201712"/>
            <a:chExt cx="2101621" cy="1366917"/>
          </a:xfrm>
        </p:grpSpPr>
        <p:sp>
          <p:nvSpPr>
            <p:cNvPr id="101" name="文本框 23"/>
            <p:cNvSpPr txBox="true"/>
            <p:nvPr/>
          </p:nvSpPr>
          <p:spPr>
            <a:xfrm>
              <a:off x="2420037" y="201712"/>
              <a:ext cx="2101621" cy="497436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marL="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800" b="true">
                  <a:solidFill>
                    <a:srgbClr val="C30000">
                      <a:alpha val="100000"/>
                    </a:srgbClr>
                  </a:solidFill>
                  <a:latin typeface="Microsoft YaHei"/>
                  <a:ea typeface="Microsoft YaHei"/>
                </a:rPr>
                <a:t>顾客在店内取快递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  <p:sp>
          <p:nvSpPr>
            <p:cNvPr id="102" name="文本框 24"/>
            <p:cNvSpPr txBox="true"/>
            <p:nvPr/>
          </p:nvSpPr>
          <p:spPr>
            <a:xfrm>
              <a:off x="2420037" y="559746"/>
              <a:ext cx="2101621" cy="1008884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顾客进入店铺并非为购物，而是前来领取寄存或代收快递包裹的场景</a:t>
              </a:r>
              <a:r>
                <a:rPr lang="en-US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。</a:t>
              </a:r>
              <a:endParaRPr lang="en-US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/>
                <a:ea typeface="黑体"/>
                <a:cs typeface="苹方-简"/>
                <a:sym typeface="苹方-简"/>
              </a:endParaRPr>
            </a:p>
          </p:txBody>
        </p:sp>
      </p:grpSp>
      <p:grpSp>
        <p:nvGrpSpPr>
          <p:cNvPr id="103" name="组合 859"/>
          <p:cNvGrpSpPr/>
          <p:nvPr/>
        </p:nvGrpSpPr>
        <p:grpSpPr>
          <a:xfrm rot="0" flipH="false" flipV="false">
            <a:off x="8312662" y="5052461"/>
            <a:ext cx="2616200" cy="1238943"/>
            <a:chOff x="2420037" y="201712"/>
            <a:chExt cx="2766351" cy="1366962"/>
          </a:xfrm>
        </p:grpSpPr>
        <p:sp>
          <p:nvSpPr>
            <p:cNvPr id="104" name="文本框 23"/>
            <p:cNvSpPr txBox="true"/>
            <p:nvPr/>
          </p:nvSpPr>
          <p:spPr>
            <a:xfrm>
              <a:off x="2420037" y="201712"/>
              <a:ext cx="2766351" cy="889779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marL="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false" eaLnBrk="true" latinLnBrk="false" hangingPunct="true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 b="true">
                <a:solidFill>
                  <a:srgbClr val="D50102">
                    <a:alpha val="100000"/>
                  </a:srgbClr>
                </a:solidFill>
                <a:latin typeface="Microsoft YaHei"/>
                <a:ea typeface="Microsoft YaHei"/>
              </a:endParaRPr>
            </a:p>
            <a:p>
              <a:pPr marL="0" algn="ctr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105" name="文本框 24"/>
            <p:cNvSpPr txBox="true"/>
            <p:nvPr/>
          </p:nvSpPr>
          <p:spPr>
            <a:xfrm>
              <a:off x="2420037" y="559790"/>
              <a:ext cx="2672348" cy="1008884"/>
            </a:xfrm>
            <a:prstGeom prst="rect">
              <a:avLst/>
            </a:prstGeom>
            <a:noFill/>
            <a:ln>
              <a:extLst/>
            </a:ln>
          </p:spPr>
          <p:txBody>
            <a:bodyPr wrap="square" rtlCol="false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1"/>
                </a:spcBef>
                <a:spcAft>
                  <a:spcPct val="1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Microsoft YaHei"/>
                  <a:ea typeface="Microsoft YaHei"/>
                </a:rPr>
                <a:t>顾客带领未成年儿童或宠物一同进入店铺，存在潜在安全隐患或管理需求的场景。</a:t>
              </a:r>
              <a:endParaRPr lang="zh-CN" sz="1200">
                <a:solidFill>
                  <a:srgbClr val="262626">
                    <a:alpha val="100000"/>
                  </a:srgbClr>
                </a:solidFill>
                <a:latin typeface="黑体"/>
                <a:ea typeface="黑体"/>
              </a:endParaRPr>
            </a:p>
          </p:txBody>
        </p:sp>
      </p:grpSp>
      <p:grpSp>
        <p:nvGrpSpPr>
          <p:cNvPr id="106" name="图形 2"/>
          <p:cNvGrpSpPr/>
          <p:nvPr/>
        </p:nvGrpSpPr>
        <p:grpSpPr>
          <a:xfrm rot="0" flipH="false" flipV="false">
            <a:off x="3006615" y="3278402"/>
            <a:ext cx="316501" cy="302102"/>
            <a:chOff x="840145" y="1891615"/>
            <a:chExt cx="469780" cy="468430"/>
          </a:xfrm>
          <a:solidFill>
            <a:srgbClr val="C30000"/>
          </a:solidFill>
        </p:grpSpPr>
        <p:sp>
          <p:nvSpPr>
            <p:cNvPr id="107" name="任意多边形: 形状 868"/>
            <p:cNvSpPr/>
            <p:nvPr/>
          </p:nvSpPr>
          <p:spPr>
            <a:xfrm>
              <a:off x="840145" y="1891615"/>
              <a:ext cx="469780" cy="468430"/>
            </a:xfrm>
            <a:custGeom>
              <a:avLst/>
              <a:gdLst>
                <a:gd name="connsiteX0" fmla="*/ 144444 w 469780"/>
                <a:gd name="connsiteY0" fmla="*/ 303737 h 468430"/>
                <a:gd name="connsiteX1" fmla="*/ 137694 w 469780"/>
                <a:gd name="connsiteY1" fmla="*/ 299688 h 468430"/>
                <a:gd name="connsiteX2" fmla="*/ 105296 w 469780"/>
                <a:gd name="connsiteY2" fmla="*/ 299688 h 468430"/>
                <a:gd name="connsiteX3" fmla="*/ 0 w 469780"/>
                <a:gd name="connsiteY3" fmla="*/ 404983 h 468430"/>
                <a:gd name="connsiteX4" fmla="*/ 0 w 469780"/>
                <a:gd name="connsiteY4" fmla="*/ 452231 h 468430"/>
                <a:gd name="connsiteX5" fmla="*/ 16199 w 469780"/>
                <a:gd name="connsiteY5" fmla="*/ 468431 h 468430"/>
                <a:gd name="connsiteX6" fmla="*/ 190342 w 469780"/>
                <a:gd name="connsiteY6" fmla="*/ 468431 h 468430"/>
                <a:gd name="connsiteX7" fmla="*/ 197092 w 469780"/>
                <a:gd name="connsiteY7" fmla="*/ 458981 h 468430"/>
                <a:gd name="connsiteX8" fmla="*/ 144444 w 469780"/>
                <a:gd name="connsiteY8" fmla="*/ 303737 h 468430"/>
                <a:gd name="connsiteX9" fmla="*/ 363135 w 469780"/>
                <a:gd name="connsiteY9" fmla="*/ 298338 h 468430"/>
                <a:gd name="connsiteX10" fmla="*/ 330736 w 469780"/>
                <a:gd name="connsiteY10" fmla="*/ 298338 h 468430"/>
                <a:gd name="connsiteX11" fmla="*/ 323987 w 469780"/>
                <a:gd name="connsiteY11" fmla="*/ 302387 h 468430"/>
                <a:gd name="connsiteX12" fmla="*/ 274039 w 469780"/>
                <a:gd name="connsiteY12" fmla="*/ 457631 h 468430"/>
                <a:gd name="connsiteX13" fmla="*/ 280788 w 469780"/>
                <a:gd name="connsiteY13" fmla="*/ 467081 h 468430"/>
                <a:gd name="connsiteX14" fmla="*/ 453581 w 469780"/>
                <a:gd name="connsiteY14" fmla="*/ 467081 h 468430"/>
                <a:gd name="connsiteX15" fmla="*/ 469780 w 469780"/>
                <a:gd name="connsiteY15" fmla="*/ 450881 h 468430"/>
                <a:gd name="connsiteX16" fmla="*/ 469780 w 469780"/>
                <a:gd name="connsiteY16" fmla="*/ 403633 h 468430"/>
                <a:gd name="connsiteX17" fmla="*/ 363135 w 469780"/>
                <a:gd name="connsiteY17" fmla="*/ 298338 h 468430"/>
                <a:gd name="connsiteX18" fmla="*/ 363135 w 469780"/>
                <a:gd name="connsiteY18" fmla="*/ 129595 h 468430"/>
                <a:gd name="connsiteX19" fmla="*/ 233540 w 469780"/>
                <a:gd name="connsiteY19" fmla="*/ 0 h 468430"/>
                <a:gd name="connsiteX20" fmla="*/ 103946 w 469780"/>
                <a:gd name="connsiteY20" fmla="*/ 129595 h 468430"/>
                <a:gd name="connsiteX21" fmla="*/ 233540 w 469780"/>
                <a:gd name="connsiteY21" fmla="*/ 259189 h 468430"/>
                <a:gd name="connsiteX22" fmla="*/ 363135 w 469780"/>
                <a:gd name="connsiteY22" fmla="*/ 129595 h 468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69780" h="468430">
                  <a:moveTo>
                    <a:pt x="144444" y="303737"/>
                  </a:moveTo>
                  <a:cubicBezTo>
                    <a:pt x="143094" y="301038"/>
                    <a:pt x="140394" y="299688"/>
                    <a:pt x="137694" y="299688"/>
                  </a:cubicBezTo>
                  <a:lnTo>
                    <a:pt x="105296" y="299688"/>
                  </a:lnTo>
                  <a:cubicBezTo>
                    <a:pt x="47248" y="299688"/>
                    <a:pt x="0" y="346936"/>
                    <a:pt x="0" y="404983"/>
                  </a:cubicBezTo>
                  <a:lnTo>
                    <a:pt x="0" y="452231"/>
                  </a:lnTo>
                  <a:cubicBezTo>
                    <a:pt x="0" y="460331"/>
                    <a:pt x="6750" y="468431"/>
                    <a:pt x="16199" y="468431"/>
                  </a:cubicBezTo>
                  <a:lnTo>
                    <a:pt x="190342" y="468431"/>
                  </a:lnTo>
                  <a:cubicBezTo>
                    <a:pt x="194392" y="468431"/>
                    <a:pt x="198442" y="464381"/>
                    <a:pt x="197092" y="458981"/>
                  </a:cubicBezTo>
                  <a:lnTo>
                    <a:pt x="144444" y="303737"/>
                  </a:lnTo>
                  <a:close/>
                  <a:moveTo>
                    <a:pt x="363135" y="298338"/>
                  </a:moveTo>
                  <a:lnTo>
                    <a:pt x="330736" y="298338"/>
                  </a:lnTo>
                  <a:cubicBezTo>
                    <a:pt x="328036" y="298338"/>
                    <a:pt x="325336" y="299688"/>
                    <a:pt x="323987" y="302387"/>
                  </a:cubicBezTo>
                  <a:lnTo>
                    <a:pt x="274039" y="457631"/>
                  </a:lnTo>
                  <a:cubicBezTo>
                    <a:pt x="272689" y="461681"/>
                    <a:pt x="275389" y="467081"/>
                    <a:pt x="280788" y="467081"/>
                  </a:cubicBezTo>
                  <a:lnTo>
                    <a:pt x="453581" y="467081"/>
                  </a:lnTo>
                  <a:cubicBezTo>
                    <a:pt x="461681" y="467081"/>
                    <a:pt x="469780" y="460331"/>
                    <a:pt x="469780" y="450881"/>
                  </a:cubicBezTo>
                  <a:lnTo>
                    <a:pt x="469780" y="403633"/>
                  </a:lnTo>
                  <a:cubicBezTo>
                    <a:pt x="468431" y="345586"/>
                    <a:pt x="421183" y="298338"/>
                    <a:pt x="363135" y="298338"/>
                  </a:cubicBezTo>
                  <a:close/>
                  <a:moveTo>
                    <a:pt x="363135" y="129595"/>
                  </a:moveTo>
                  <a:cubicBezTo>
                    <a:pt x="363135" y="58048"/>
                    <a:pt x="305087" y="0"/>
                    <a:pt x="233540" y="0"/>
                  </a:cubicBezTo>
                  <a:cubicBezTo>
                    <a:pt x="161993" y="0"/>
                    <a:pt x="103946" y="58048"/>
                    <a:pt x="103946" y="129595"/>
                  </a:cubicBezTo>
                  <a:cubicBezTo>
                    <a:pt x="103946" y="201142"/>
                    <a:pt x="161993" y="259189"/>
                    <a:pt x="233540" y="259189"/>
                  </a:cubicBezTo>
                  <a:cubicBezTo>
                    <a:pt x="305087" y="259189"/>
                    <a:pt x="363135" y="201142"/>
                    <a:pt x="363135" y="129595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108" name="任意多边形: 形状 869"/>
            <p:cNvSpPr/>
            <p:nvPr/>
          </p:nvSpPr>
          <p:spPr>
            <a:xfrm>
              <a:off x="1053437" y="2194003"/>
              <a:ext cx="40498" cy="148493"/>
            </a:xfrm>
            <a:custGeom>
              <a:avLst/>
              <a:gdLst>
                <a:gd name="connsiteX0" fmla="*/ 20249 w 40498"/>
                <a:gd name="connsiteY0" fmla="*/ 0 h 148493"/>
                <a:gd name="connsiteX1" fmla="*/ 0 w 40498"/>
                <a:gd name="connsiteY1" fmla="*/ 20249 h 148493"/>
                <a:gd name="connsiteX2" fmla="*/ 0 w 40498"/>
                <a:gd name="connsiteY2" fmla="*/ 128245 h 148493"/>
                <a:gd name="connsiteX3" fmla="*/ 20249 w 40498"/>
                <a:gd name="connsiteY3" fmla="*/ 148494 h 148493"/>
                <a:gd name="connsiteX4" fmla="*/ 40498 w 40498"/>
                <a:gd name="connsiteY4" fmla="*/ 128245 h 148493"/>
                <a:gd name="connsiteX5" fmla="*/ 40498 w 40498"/>
                <a:gd name="connsiteY5" fmla="*/ 20249 h 148493"/>
                <a:gd name="connsiteX6" fmla="*/ 20249 w 40498"/>
                <a:gd name="connsiteY6" fmla="*/ 0 h 14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498" h="148493">
                  <a:moveTo>
                    <a:pt x="20249" y="0"/>
                  </a:moveTo>
                  <a:cubicBezTo>
                    <a:pt x="9450" y="0"/>
                    <a:pt x="0" y="9450"/>
                    <a:pt x="0" y="20249"/>
                  </a:cubicBezTo>
                  <a:lnTo>
                    <a:pt x="0" y="128245"/>
                  </a:lnTo>
                  <a:cubicBezTo>
                    <a:pt x="0" y="139044"/>
                    <a:pt x="9450" y="148494"/>
                    <a:pt x="20249" y="148494"/>
                  </a:cubicBezTo>
                  <a:cubicBezTo>
                    <a:pt x="31049" y="148494"/>
                    <a:pt x="40498" y="139044"/>
                    <a:pt x="40498" y="128245"/>
                  </a:cubicBezTo>
                  <a:lnTo>
                    <a:pt x="40498" y="20249"/>
                  </a:lnTo>
                  <a:cubicBezTo>
                    <a:pt x="40498" y="9450"/>
                    <a:pt x="31049" y="0"/>
                    <a:pt x="20249" y="0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</p:grpSp>
      <p:grpSp>
        <p:nvGrpSpPr>
          <p:cNvPr id="109" name="图形 2"/>
          <p:cNvGrpSpPr/>
          <p:nvPr/>
        </p:nvGrpSpPr>
        <p:grpSpPr>
          <a:xfrm rot="0" flipH="false" flipV="false">
            <a:off x="7929497" y="3319258"/>
            <a:ext cx="320104" cy="212910"/>
            <a:chOff x="5416455" y="3789636"/>
            <a:chExt cx="494079" cy="342885"/>
          </a:xfrm>
          <a:solidFill>
            <a:srgbClr val="E4786C"/>
          </a:solidFill>
        </p:grpSpPr>
        <p:sp>
          <p:nvSpPr>
            <p:cNvPr id="110" name="任意多边形: 形状 865"/>
            <p:cNvSpPr/>
            <p:nvPr/>
          </p:nvSpPr>
          <p:spPr>
            <a:xfrm>
              <a:off x="5416455" y="3816340"/>
              <a:ext cx="494079" cy="316182"/>
            </a:xfrm>
            <a:custGeom>
              <a:avLst/>
              <a:gdLst>
                <a:gd name="connsiteX0" fmla="*/ 171443 w 494079"/>
                <a:gd name="connsiteY0" fmla="*/ 139339 h 316182"/>
                <a:gd name="connsiteX1" fmla="*/ 10799 w 494079"/>
                <a:gd name="connsiteY1" fmla="*/ 1645 h 316182"/>
                <a:gd name="connsiteX2" fmla="*/ 0 w 494079"/>
                <a:gd name="connsiteY2" fmla="*/ 7045 h 316182"/>
                <a:gd name="connsiteX3" fmla="*/ 0 w 494079"/>
                <a:gd name="connsiteY3" fmla="*/ 282434 h 316182"/>
                <a:gd name="connsiteX4" fmla="*/ 10799 w 494079"/>
                <a:gd name="connsiteY4" fmla="*/ 287833 h 316182"/>
                <a:gd name="connsiteX5" fmla="*/ 171443 w 494079"/>
                <a:gd name="connsiteY5" fmla="*/ 150139 h 316182"/>
                <a:gd name="connsiteX6" fmla="*/ 171443 w 494079"/>
                <a:gd name="connsiteY6" fmla="*/ 139339 h 316182"/>
                <a:gd name="connsiteX7" fmla="*/ 295638 w 494079"/>
                <a:gd name="connsiteY7" fmla="*/ 170388 h 316182"/>
                <a:gd name="connsiteX8" fmla="*/ 286188 w 494079"/>
                <a:gd name="connsiteY8" fmla="*/ 170388 h 316182"/>
                <a:gd name="connsiteX9" fmla="*/ 264589 w 494079"/>
                <a:gd name="connsiteY9" fmla="*/ 189287 h 316182"/>
                <a:gd name="connsiteX10" fmla="*/ 229490 w 494079"/>
                <a:gd name="connsiteY10" fmla="*/ 189287 h 316182"/>
                <a:gd name="connsiteX11" fmla="*/ 207891 w 494079"/>
                <a:gd name="connsiteY11" fmla="*/ 170388 h 316182"/>
                <a:gd name="connsiteX12" fmla="*/ 198442 w 494079"/>
                <a:gd name="connsiteY12" fmla="*/ 170388 h 316182"/>
                <a:gd name="connsiteX13" fmla="*/ 41848 w 494079"/>
                <a:gd name="connsiteY13" fmla="*/ 304033 h 316182"/>
                <a:gd name="connsiteX14" fmla="*/ 45898 w 494079"/>
                <a:gd name="connsiteY14" fmla="*/ 316182 h 316182"/>
                <a:gd name="connsiteX15" fmla="*/ 446831 w 494079"/>
                <a:gd name="connsiteY15" fmla="*/ 316182 h 316182"/>
                <a:gd name="connsiteX16" fmla="*/ 450881 w 494079"/>
                <a:gd name="connsiteY16" fmla="*/ 304033 h 316182"/>
                <a:gd name="connsiteX17" fmla="*/ 295638 w 494079"/>
                <a:gd name="connsiteY17" fmla="*/ 170388 h 316182"/>
                <a:gd name="connsiteX18" fmla="*/ 483280 w 494079"/>
                <a:gd name="connsiteY18" fmla="*/ 1645 h 316182"/>
                <a:gd name="connsiteX19" fmla="*/ 322637 w 494079"/>
                <a:gd name="connsiteY19" fmla="*/ 139339 h 316182"/>
                <a:gd name="connsiteX20" fmla="*/ 322637 w 494079"/>
                <a:gd name="connsiteY20" fmla="*/ 150139 h 316182"/>
                <a:gd name="connsiteX21" fmla="*/ 483280 w 494079"/>
                <a:gd name="connsiteY21" fmla="*/ 287833 h 316182"/>
                <a:gd name="connsiteX22" fmla="*/ 494079 w 494079"/>
                <a:gd name="connsiteY22" fmla="*/ 282434 h 316182"/>
                <a:gd name="connsiteX23" fmla="*/ 494079 w 494079"/>
                <a:gd name="connsiteY23" fmla="*/ 7045 h 316182"/>
                <a:gd name="connsiteX24" fmla="*/ 483280 w 494079"/>
                <a:gd name="connsiteY24" fmla="*/ 1645 h 31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94079" h="316182">
                  <a:moveTo>
                    <a:pt x="171443" y="139339"/>
                  </a:moveTo>
                  <a:lnTo>
                    <a:pt x="10799" y="1645"/>
                  </a:lnTo>
                  <a:cubicBezTo>
                    <a:pt x="6750" y="-2405"/>
                    <a:pt x="0" y="1645"/>
                    <a:pt x="0" y="7045"/>
                  </a:cubicBezTo>
                  <a:lnTo>
                    <a:pt x="0" y="282434"/>
                  </a:lnTo>
                  <a:cubicBezTo>
                    <a:pt x="0" y="287833"/>
                    <a:pt x="6750" y="291883"/>
                    <a:pt x="10799" y="287833"/>
                  </a:cubicBezTo>
                  <a:lnTo>
                    <a:pt x="171443" y="150139"/>
                  </a:lnTo>
                  <a:cubicBezTo>
                    <a:pt x="174143" y="147439"/>
                    <a:pt x="174143" y="142039"/>
                    <a:pt x="171443" y="139339"/>
                  </a:cubicBezTo>
                  <a:close/>
                  <a:moveTo>
                    <a:pt x="295638" y="170388"/>
                  </a:moveTo>
                  <a:cubicBezTo>
                    <a:pt x="292938" y="167688"/>
                    <a:pt x="288888" y="167688"/>
                    <a:pt x="286188" y="170388"/>
                  </a:cubicBezTo>
                  <a:lnTo>
                    <a:pt x="264589" y="189287"/>
                  </a:lnTo>
                  <a:cubicBezTo>
                    <a:pt x="255139" y="197387"/>
                    <a:pt x="238940" y="197387"/>
                    <a:pt x="229490" y="189287"/>
                  </a:cubicBezTo>
                  <a:lnTo>
                    <a:pt x="207891" y="170388"/>
                  </a:lnTo>
                  <a:cubicBezTo>
                    <a:pt x="205191" y="167688"/>
                    <a:pt x="201142" y="167688"/>
                    <a:pt x="198442" y="170388"/>
                  </a:cubicBezTo>
                  <a:lnTo>
                    <a:pt x="41848" y="304033"/>
                  </a:lnTo>
                  <a:cubicBezTo>
                    <a:pt x="36448" y="308082"/>
                    <a:pt x="40498" y="316182"/>
                    <a:pt x="45898" y="316182"/>
                  </a:cubicBezTo>
                  <a:lnTo>
                    <a:pt x="446831" y="316182"/>
                  </a:lnTo>
                  <a:cubicBezTo>
                    <a:pt x="453581" y="316182"/>
                    <a:pt x="456281" y="308082"/>
                    <a:pt x="450881" y="304033"/>
                  </a:cubicBezTo>
                  <a:lnTo>
                    <a:pt x="295638" y="170388"/>
                  </a:lnTo>
                  <a:close/>
                  <a:moveTo>
                    <a:pt x="483280" y="1645"/>
                  </a:moveTo>
                  <a:lnTo>
                    <a:pt x="322637" y="139339"/>
                  </a:lnTo>
                  <a:cubicBezTo>
                    <a:pt x="319936" y="142039"/>
                    <a:pt x="319936" y="147439"/>
                    <a:pt x="322637" y="150139"/>
                  </a:cubicBezTo>
                  <a:lnTo>
                    <a:pt x="483280" y="287833"/>
                  </a:lnTo>
                  <a:cubicBezTo>
                    <a:pt x="487329" y="291883"/>
                    <a:pt x="494079" y="287833"/>
                    <a:pt x="494079" y="282434"/>
                  </a:cubicBezTo>
                  <a:lnTo>
                    <a:pt x="494079" y="7045"/>
                  </a:lnTo>
                  <a:cubicBezTo>
                    <a:pt x="494079" y="1645"/>
                    <a:pt x="487329" y="-1055"/>
                    <a:pt x="483280" y="1645"/>
                  </a:cubicBezTo>
                  <a:close/>
                </a:path>
              </a:pathLst>
            </a:custGeom>
            <a:solidFill>
              <a:srgbClr val="E4786C"/>
            </a:solidFill>
            <a:ln w="13477" cap="flat">
              <a:noFill/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111" name="任意多边形: 形状 866"/>
            <p:cNvSpPr/>
            <p:nvPr/>
          </p:nvSpPr>
          <p:spPr>
            <a:xfrm>
              <a:off x="5455431" y="3789636"/>
              <a:ext cx="414778" cy="183929"/>
            </a:xfrm>
            <a:custGeom>
              <a:avLst/>
              <a:gdLst>
                <a:gd name="connsiteX0" fmla="*/ 407856 w 414778"/>
                <a:gd name="connsiteY0" fmla="*/ 0 h 183929"/>
                <a:gd name="connsiteX1" fmla="*/ 6922 w 414778"/>
                <a:gd name="connsiteY1" fmla="*/ 0 h 183929"/>
                <a:gd name="connsiteX2" fmla="*/ 2872 w 414778"/>
                <a:gd name="connsiteY2" fmla="*/ 12150 h 183929"/>
                <a:gd name="connsiteX3" fmla="*/ 198614 w 414778"/>
                <a:gd name="connsiteY3" fmla="*/ 180893 h 183929"/>
                <a:gd name="connsiteX4" fmla="*/ 216164 w 414778"/>
                <a:gd name="connsiteY4" fmla="*/ 180893 h 183929"/>
                <a:gd name="connsiteX5" fmla="*/ 411906 w 414778"/>
                <a:gd name="connsiteY5" fmla="*/ 12150 h 183929"/>
                <a:gd name="connsiteX6" fmla="*/ 407856 w 414778"/>
                <a:gd name="connsiteY6" fmla="*/ 0 h 183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778" h="183929">
                  <a:moveTo>
                    <a:pt x="407856" y="0"/>
                  </a:moveTo>
                  <a:lnTo>
                    <a:pt x="6922" y="0"/>
                  </a:lnTo>
                  <a:cubicBezTo>
                    <a:pt x="173" y="0"/>
                    <a:pt x="-2527" y="8100"/>
                    <a:pt x="2872" y="12150"/>
                  </a:cubicBezTo>
                  <a:lnTo>
                    <a:pt x="198614" y="180893"/>
                  </a:lnTo>
                  <a:cubicBezTo>
                    <a:pt x="204014" y="184942"/>
                    <a:pt x="210764" y="184942"/>
                    <a:pt x="216164" y="180893"/>
                  </a:cubicBezTo>
                  <a:lnTo>
                    <a:pt x="411906" y="12150"/>
                  </a:lnTo>
                  <a:cubicBezTo>
                    <a:pt x="417305" y="6750"/>
                    <a:pt x="414605" y="0"/>
                    <a:pt x="407856" y="0"/>
                  </a:cubicBezTo>
                  <a:close/>
                </a:path>
              </a:pathLst>
            </a:custGeom>
            <a:solidFill>
              <a:srgbClr val="EFAEA6"/>
            </a:solidFill>
            <a:ln w="13477" cap="flat">
              <a:noFill/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</p:grpSp>
      <p:grpSp>
        <p:nvGrpSpPr>
          <p:cNvPr id="112" name="图形 3"/>
          <p:cNvGrpSpPr/>
          <p:nvPr/>
        </p:nvGrpSpPr>
        <p:grpSpPr>
          <a:xfrm rot="0" flipH="false" flipV="false">
            <a:off x="4267214" y="3893539"/>
            <a:ext cx="234823" cy="339505"/>
            <a:chOff x="7456745" y="1859598"/>
            <a:chExt cx="348228" cy="526096"/>
          </a:xfrm>
          <a:solidFill>
            <a:srgbClr val="C30000"/>
          </a:solidFill>
        </p:grpSpPr>
        <p:sp>
          <p:nvSpPr>
            <p:cNvPr id="113" name="任意多边形: 形状 880"/>
            <p:cNvSpPr/>
            <p:nvPr/>
          </p:nvSpPr>
          <p:spPr>
            <a:xfrm>
              <a:off x="7543084" y="2293898"/>
              <a:ext cx="172792" cy="91796"/>
            </a:xfrm>
            <a:custGeom>
              <a:avLst/>
              <a:gdLst>
                <a:gd name="connsiteX0" fmla="*/ 151194 w 172792"/>
                <a:gd name="connsiteY0" fmla="*/ 0 h 91796"/>
                <a:gd name="connsiteX1" fmla="*/ 21599 w 172792"/>
                <a:gd name="connsiteY1" fmla="*/ 0 h 91796"/>
                <a:gd name="connsiteX2" fmla="*/ 0 w 172792"/>
                <a:gd name="connsiteY2" fmla="*/ 21599 h 91796"/>
                <a:gd name="connsiteX3" fmla="*/ 0 w 172792"/>
                <a:gd name="connsiteY3" fmla="*/ 24299 h 91796"/>
                <a:gd name="connsiteX4" fmla="*/ 21599 w 172792"/>
                <a:gd name="connsiteY4" fmla="*/ 45898 h 91796"/>
                <a:gd name="connsiteX5" fmla="*/ 43198 w 172792"/>
                <a:gd name="connsiteY5" fmla="*/ 45898 h 91796"/>
                <a:gd name="connsiteX6" fmla="*/ 43198 w 172792"/>
                <a:gd name="connsiteY6" fmla="*/ 51298 h 91796"/>
                <a:gd name="connsiteX7" fmla="*/ 83697 w 172792"/>
                <a:gd name="connsiteY7" fmla="*/ 91796 h 91796"/>
                <a:gd name="connsiteX8" fmla="*/ 89096 w 172792"/>
                <a:gd name="connsiteY8" fmla="*/ 91796 h 91796"/>
                <a:gd name="connsiteX9" fmla="*/ 129595 w 172792"/>
                <a:gd name="connsiteY9" fmla="*/ 51298 h 91796"/>
                <a:gd name="connsiteX10" fmla="*/ 129595 w 172792"/>
                <a:gd name="connsiteY10" fmla="*/ 45898 h 91796"/>
                <a:gd name="connsiteX11" fmla="*/ 151194 w 172792"/>
                <a:gd name="connsiteY11" fmla="*/ 45898 h 91796"/>
                <a:gd name="connsiteX12" fmla="*/ 172793 w 172792"/>
                <a:gd name="connsiteY12" fmla="*/ 24299 h 91796"/>
                <a:gd name="connsiteX13" fmla="*/ 172793 w 172792"/>
                <a:gd name="connsiteY13" fmla="*/ 21599 h 91796"/>
                <a:gd name="connsiteX14" fmla="*/ 151194 w 172792"/>
                <a:gd name="connsiteY14" fmla="*/ 0 h 9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792" h="91796">
                  <a:moveTo>
                    <a:pt x="151194" y="0"/>
                  </a:moveTo>
                  <a:lnTo>
                    <a:pt x="21599" y="0"/>
                  </a:lnTo>
                  <a:cubicBezTo>
                    <a:pt x="9450" y="0"/>
                    <a:pt x="0" y="9450"/>
                    <a:pt x="0" y="21599"/>
                  </a:cubicBezTo>
                  <a:lnTo>
                    <a:pt x="0" y="24299"/>
                  </a:lnTo>
                  <a:cubicBezTo>
                    <a:pt x="0" y="36448"/>
                    <a:pt x="9450" y="45898"/>
                    <a:pt x="21599" y="45898"/>
                  </a:cubicBezTo>
                  <a:lnTo>
                    <a:pt x="43198" y="45898"/>
                  </a:lnTo>
                  <a:lnTo>
                    <a:pt x="43198" y="51298"/>
                  </a:lnTo>
                  <a:cubicBezTo>
                    <a:pt x="43198" y="74247"/>
                    <a:pt x="60747" y="91796"/>
                    <a:pt x="83697" y="91796"/>
                  </a:cubicBezTo>
                  <a:lnTo>
                    <a:pt x="89096" y="91796"/>
                  </a:lnTo>
                  <a:cubicBezTo>
                    <a:pt x="112045" y="91796"/>
                    <a:pt x="129595" y="74247"/>
                    <a:pt x="129595" y="51298"/>
                  </a:cubicBezTo>
                  <a:lnTo>
                    <a:pt x="129595" y="45898"/>
                  </a:lnTo>
                  <a:lnTo>
                    <a:pt x="151194" y="45898"/>
                  </a:lnTo>
                  <a:cubicBezTo>
                    <a:pt x="163343" y="45898"/>
                    <a:pt x="172793" y="36448"/>
                    <a:pt x="172793" y="24299"/>
                  </a:cubicBezTo>
                  <a:lnTo>
                    <a:pt x="172793" y="21599"/>
                  </a:lnTo>
                  <a:cubicBezTo>
                    <a:pt x="172793" y="9450"/>
                    <a:pt x="163343" y="0"/>
                    <a:pt x="151194" y="0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114" name="任意多边形: 形状 881"/>
            <p:cNvSpPr/>
            <p:nvPr/>
          </p:nvSpPr>
          <p:spPr>
            <a:xfrm>
              <a:off x="7456745" y="1859598"/>
              <a:ext cx="348228" cy="397851"/>
            </a:xfrm>
            <a:custGeom>
              <a:avLst/>
              <a:gdLst>
                <a:gd name="connsiteX0" fmla="*/ 152487 w 348228"/>
                <a:gd name="connsiteY0" fmla="*/ 968 h 397851"/>
                <a:gd name="connsiteX1" fmla="*/ 1293 w 348228"/>
                <a:gd name="connsiteY1" fmla="*/ 152162 h 397851"/>
                <a:gd name="connsiteX2" fmla="*/ 48541 w 348228"/>
                <a:gd name="connsiteY2" fmla="*/ 293906 h 397851"/>
                <a:gd name="connsiteX3" fmla="*/ 79590 w 348228"/>
                <a:gd name="connsiteY3" fmla="*/ 370853 h 397851"/>
                <a:gd name="connsiteX4" fmla="*/ 79590 w 348228"/>
                <a:gd name="connsiteY4" fmla="*/ 370853 h 397851"/>
                <a:gd name="connsiteX5" fmla="*/ 106589 w 348228"/>
                <a:gd name="connsiteY5" fmla="*/ 397851 h 397851"/>
                <a:gd name="connsiteX6" fmla="*/ 240233 w 348228"/>
                <a:gd name="connsiteY6" fmla="*/ 397851 h 397851"/>
                <a:gd name="connsiteX7" fmla="*/ 267232 w 348228"/>
                <a:gd name="connsiteY7" fmla="*/ 370853 h 397851"/>
                <a:gd name="connsiteX8" fmla="*/ 298281 w 348228"/>
                <a:gd name="connsiteY8" fmla="*/ 293906 h 397851"/>
                <a:gd name="connsiteX9" fmla="*/ 348229 w 348228"/>
                <a:gd name="connsiteY9" fmla="*/ 172411 h 397851"/>
                <a:gd name="connsiteX10" fmla="*/ 152487 w 348228"/>
                <a:gd name="connsiteY10" fmla="*/ 968 h 397851"/>
                <a:gd name="connsiteX11" fmla="*/ 156537 w 348228"/>
                <a:gd name="connsiteY11" fmla="*/ 331704 h 397851"/>
                <a:gd name="connsiteX12" fmla="*/ 138988 w 348228"/>
                <a:gd name="connsiteY12" fmla="*/ 349254 h 397851"/>
                <a:gd name="connsiteX13" fmla="*/ 121438 w 348228"/>
                <a:gd name="connsiteY13" fmla="*/ 331704 h 397851"/>
                <a:gd name="connsiteX14" fmla="*/ 121438 w 348228"/>
                <a:gd name="connsiteY14" fmla="*/ 258807 h 397851"/>
                <a:gd name="connsiteX15" fmla="*/ 79590 w 348228"/>
                <a:gd name="connsiteY15" fmla="*/ 216959 h 397851"/>
                <a:gd name="connsiteX16" fmla="*/ 62041 w 348228"/>
                <a:gd name="connsiteY16" fmla="*/ 199410 h 397851"/>
                <a:gd name="connsiteX17" fmla="*/ 79590 w 348228"/>
                <a:gd name="connsiteY17" fmla="*/ 181860 h 397851"/>
                <a:gd name="connsiteX18" fmla="*/ 155187 w 348228"/>
                <a:gd name="connsiteY18" fmla="*/ 257457 h 397851"/>
                <a:gd name="connsiteX19" fmla="*/ 155187 w 348228"/>
                <a:gd name="connsiteY19" fmla="*/ 331704 h 397851"/>
                <a:gd name="connsiteX20" fmla="*/ 264532 w 348228"/>
                <a:gd name="connsiteY20" fmla="*/ 216959 h 397851"/>
                <a:gd name="connsiteX21" fmla="*/ 222684 w 348228"/>
                <a:gd name="connsiteY21" fmla="*/ 258807 h 397851"/>
                <a:gd name="connsiteX22" fmla="*/ 222684 w 348228"/>
                <a:gd name="connsiteY22" fmla="*/ 331704 h 397851"/>
                <a:gd name="connsiteX23" fmla="*/ 205135 w 348228"/>
                <a:gd name="connsiteY23" fmla="*/ 349254 h 397851"/>
                <a:gd name="connsiteX24" fmla="*/ 187585 w 348228"/>
                <a:gd name="connsiteY24" fmla="*/ 331704 h 397851"/>
                <a:gd name="connsiteX25" fmla="*/ 187585 w 348228"/>
                <a:gd name="connsiteY25" fmla="*/ 258807 h 397851"/>
                <a:gd name="connsiteX26" fmla="*/ 263182 w 348228"/>
                <a:gd name="connsiteY26" fmla="*/ 183210 h 397851"/>
                <a:gd name="connsiteX27" fmla="*/ 280732 w 348228"/>
                <a:gd name="connsiteY27" fmla="*/ 200760 h 397851"/>
                <a:gd name="connsiteX28" fmla="*/ 264532 w 348228"/>
                <a:gd name="connsiteY28" fmla="*/ 216959 h 39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8228" h="397851">
                  <a:moveTo>
                    <a:pt x="152487" y="968"/>
                  </a:moveTo>
                  <a:cubicBezTo>
                    <a:pt x="79590" y="9068"/>
                    <a:pt x="9393" y="79265"/>
                    <a:pt x="1293" y="152162"/>
                  </a:cubicBezTo>
                  <a:cubicBezTo>
                    <a:pt x="-5456" y="207509"/>
                    <a:pt x="14793" y="257457"/>
                    <a:pt x="48541" y="293906"/>
                  </a:cubicBezTo>
                  <a:cubicBezTo>
                    <a:pt x="68790" y="314155"/>
                    <a:pt x="79590" y="342504"/>
                    <a:pt x="79590" y="370853"/>
                  </a:cubicBezTo>
                  <a:lnTo>
                    <a:pt x="79590" y="370853"/>
                  </a:lnTo>
                  <a:cubicBezTo>
                    <a:pt x="79590" y="385702"/>
                    <a:pt x="91739" y="397851"/>
                    <a:pt x="106589" y="397851"/>
                  </a:cubicBezTo>
                  <a:lnTo>
                    <a:pt x="240233" y="397851"/>
                  </a:lnTo>
                  <a:cubicBezTo>
                    <a:pt x="255083" y="397851"/>
                    <a:pt x="267232" y="385702"/>
                    <a:pt x="267232" y="370853"/>
                  </a:cubicBezTo>
                  <a:cubicBezTo>
                    <a:pt x="267232" y="342504"/>
                    <a:pt x="278032" y="314155"/>
                    <a:pt x="298281" y="293906"/>
                  </a:cubicBezTo>
                  <a:cubicBezTo>
                    <a:pt x="329330" y="262857"/>
                    <a:pt x="348229" y="219659"/>
                    <a:pt x="348229" y="172411"/>
                  </a:cubicBezTo>
                  <a:cubicBezTo>
                    <a:pt x="345529" y="71165"/>
                    <a:pt x="257783" y="-9832"/>
                    <a:pt x="152487" y="968"/>
                  </a:cubicBezTo>
                  <a:close/>
                  <a:moveTo>
                    <a:pt x="156537" y="331704"/>
                  </a:moveTo>
                  <a:cubicBezTo>
                    <a:pt x="156537" y="341154"/>
                    <a:pt x="148437" y="349254"/>
                    <a:pt x="138988" y="349254"/>
                  </a:cubicBezTo>
                  <a:cubicBezTo>
                    <a:pt x="129538" y="349254"/>
                    <a:pt x="121438" y="341154"/>
                    <a:pt x="121438" y="331704"/>
                  </a:cubicBezTo>
                  <a:lnTo>
                    <a:pt x="121438" y="258807"/>
                  </a:lnTo>
                  <a:cubicBezTo>
                    <a:pt x="121438" y="235858"/>
                    <a:pt x="102539" y="216959"/>
                    <a:pt x="79590" y="216959"/>
                  </a:cubicBezTo>
                  <a:cubicBezTo>
                    <a:pt x="70140" y="216959"/>
                    <a:pt x="62041" y="208859"/>
                    <a:pt x="62041" y="199410"/>
                  </a:cubicBezTo>
                  <a:cubicBezTo>
                    <a:pt x="62041" y="189960"/>
                    <a:pt x="70140" y="181860"/>
                    <a:pt x="79590" y="181860"/>
                  </a:cubicBezTo>
                  <a:cubicBezTo>
                    <a:pt x="121438" y="181860"/>
                    <a:pt x="155187" y="215609"/>
                    <a:pt x="155187" y="257457"/>
                  </a:cubicBezTo>
                  <a:lnTo>
                    <a:pt x="155187" y="331704"/>
                  </a:lnTo>
                  <a:close/>
                  <a:moveTo>
                    <a:pt x="264532" y="216959"/>
                  </a:moveTo>
                  <a:cubicBezTo>
                    <a:pt x="241583" y="216959"/>
                    <a:pt x="222684" y="235858"/>
                    <a:pt x="222684" y="258807"/>
                  </a:cubicBezTo>
                  <a:lnTo>
                    <a:pt x="222684" y="331704"/>
                  </a:lnTo>
                  <a:cubicBezTo>
                    <a:pt x="222684" y="341154"/>
                    <a:pt x="214584" y="349254"/>
                    <a:pt x="205135" y="349254"/>
                  </a:cubicBezTo>
                  <a:cubicBezTo>
                    <a:pt x="195685" y="349254"/>
                    <a:pt x="187585" y="341154"/>
                    <a:pt x="187585" y="331704"/>
                  </a:cubicBezTo>
                  <a:lnTo>
                    <a:pt x="187585" y="258807"/>
                  </a:lnTo>
                  <a:cubicBezTo>
                    <a:pt x="187585" y="216959"/>
                    <a:pt x="221334" y="183210"/>
                    <a:pt x="263182" y="183210"/>
                  </a:cubicBezTo>
                  <a:cubicBezTo>
                    <a:pt x="272632" y="183210"/>
                    <a:pt x="280732" y="191310"/>
                    <a:pt x="280732" y="200760"/>
                  </a:cubicBezTo>
                  <a:cubicBezTo>
                    <a:pt x="282082" y="208859"/>
                    <a:pt x="273982" y="216959"/>
                    <a:pt x="264532" y="216959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false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/>
                  <a:ea typeface="Microsoft YaHei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endParaRPr>
            </a:p>
          </p:txBody>
        </p:sp>
      </p:grpSp>
      <p:pic>
        <p:nvPicPr>
          <p:cNvPr id="115" name="图片 3" descr="糖果"/>
          <p:cNvPicPr>
            <a:picLocks noChangeAspect="true"/>
          </p:cNvPicPr>
          <p:nvPr/>
        </p:nvPicPr>
        <p:blipFill>
          <a:blip r:embed="rId1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false" flipV="false">
            <a:off x="1729800" y="3833695"/>
            <a:ext cx="417997" cy="400501"/>
          </a:xfrm>
          <a:prstGeom prst="rect">
            <a:avLst/>
          </a:prstGeom>
          <a:ln>
            <a:extLst/>
          </a:ln>
        </p:spPr>
      </p:pic>
      <p:pic>
        <p:nvPicPr>
          <p:cNvPr id="116" name="图片 4" descr="吸烟"/>
          <p:cNvPicPr>
            <a:picLocks noChangeAspect="true"/>
          </p:cNvPicPr>
          <p:nvPr/>
        </p:nvPicPr>
        <p:blipFill>
          <a:blip r:embed="rId3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5411302" y="3219708"/>
            <a:ext cx="431810" cy="413735"/>
          </a:xfrm>
          <a:prstGeom prst="rect">
            <a:avLst/>
          </a:prstGeom>
          <a:ln>
            <a:extLst/>
          </a:ln>
        </p:spPr>
      </p:pic>
      <p:pic>
        <p:nvPicPr>
          <p:cNvPr id="117" name="图片 5" descr="快递"/>
          <p:cNvPicPr>
            <a:picLocks noChangeAspect="true"/>
          </p:cNvPicPr>
          <p:nvPr/>
        </p:nvPicPr>
        <p:blipFill>
          <a:blip r:embed="rId5"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6591425" y="3772699"/>
            <a:ext cx="532706" cy="510408"/>
          </a:xfrm>
          <a:prstGeom prst="rect">
            <a:avLst/>
          </a:prstGeom>
          <a:ln>
            <a:extLst/>
          </a:ln>
        </p:spPr>
      </p:pic>
      <p:pic>
        <p:nvPicPr>
          <p:cNvPr id="118" name="图片 6" descr="狗"/>
          <p:cNvPicPr>
            <a:picLocks noChangeAspect="true"/>
          </p:cNvPicPr>
          <p:nvPr/>
        </p:nvPicPr>
        <p:blipFill>
          <a:blip r:embed="rId7"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false" flipV="false">
            <a:off x="9109019" y="3831968"/>
            <a:ext cx="418598" cy="401076"/>
          </a:xfrm>
          <a:prstGeom prst="rect">
            <a:avLst/>
          </a:prstGeom>
          <a:ln>
            <a:extLst/>
          </a:ln>
        </p:spPr>
      </p:pic>
      <p:sp>
        <p:nvSpPr>
          <p:cNvPr id="119" name=""/>
          <p:cNvSpPr txBox="true"/>
          <p:nvPr/>
        </p:nvSpPr>
        <p:spPr>
          <a:xfrm rot="0" flipH="false" flipV="false">
            <a:off x="8295780" y="5023886"/>
            <a:ext cx="2527300" cy="4318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>
            <a:lvl1pPr lvl="0" algn="l">
              <a:spcBef>
                <a:spcPct val="1"/>
              </a:spcBef>
              <a:spcAft>
                <a:spcPct val="1"/>
              </a:spcAft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1pPr>
            <a:lvl2pPr marL="640080" lvl="1" indent="-182880" algn="l">
              <a:spcBef>
                <a:spcPct val="1"/>
              </a:spcBef>
              <a:spcAft>
                <a:spcPct val="1"/>
              </a:spcAft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2pPr>
            <a:lvl3pPr marL="1282700" lvl="2" indent="-368300" algn="l">
              <a:spcBef>
                <a:spcPct val="1"/>
              </a:spcBef>
              <a:spcAft>
                <a:spcPct val="1"/>
              </a:spcAft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3pPr>
            <a:lvl4pPr marL="1925955" lvl="3" indent="-554355" algn="l">
              <a:spcBef>
                <a:spcPct val="1"/>
              </a:spcBef>
              <a:spcAft>
                <a:spcPct val="1"/>
              </a:spcAft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4pPr>
            <a:lvl5pPr marL="2568575" lvl="4" indent="-739775" algn="l">
              <a:spcBef>
                <a:spcPct val="1"/>
              </a:spcBef>
              <a:spcAft>
                <a:spcPct val="1"/>
              </a:spcAft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5pPr>
            <a:lvl6pPr marL="2286000" lvl="5" algn="l" defTabSz="914400"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6pPr>
            <a:lvl7pPr marL="2743200" lvl="6" algn="l" defTabSz="914400"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7pPr>
            <a:lvl8pPr marL="3200400" lvl="7" algn="l" defTabSz="914400"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8pPr>
            <a:lvl9pPr marL="3657600" lvl="8" algn="l" defTabSz="914400">
              <a:defRPr sz="1706" kern="1200">
                <a:solidFill>
                  <a:schemeClr val="tx1"/>
                </a:solidFill>
                <a:latin typeface="Calibri"/>
                <a:ea typeface="宋体"/>
              </a:defRPr>
            </a:lvl9pPr>
          </a:lstStyle>
          <a:p>
            <a:pPr lvl="0"/>
            <a:r>
              <a:rPr lang="zh-CN" b="true" u="none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hlinkClick r:id="rId9">
                  <a:extLst>
                    <a:ext uri="">
                      <ahyp:hlinkClr val="tx"/>
                    </a:ext>
                  </a:extLst>
                </a:hlinkClick>
              </a:rPr>
              <a:t>顾客携带儿童/宠物进店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 txBox="true"/>
          <p:nvPr/>
        </p:nvSpPr>
        <p:spPr>
          <a:xfrm rot="0" flipH="false" flipV="false">
            <a:off x="195011" y="121920"/>
            <a:ext cx="6096000" cy="1187450"/>
          </a:xfrm>
          <a:prstGeom prst="rect"/>
        </p:spPr>
        <p:txBody>
          <a:bodyPr>
            <a:spAutoFit/>
          </a:bodyPr>
          <a:p>
            <a:pPr lvl="0" algn="l" defTabSz="914400">
              <a:lnSpc>
                <a:spcPct val="150000"/>
              </a:lnSpc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客服完全介入</a:t>
            </a:r>
            <a:r>
              <a:rPr lang="en-US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-</a:t>
            </a:r>
            <a:r>
              <a:rPr lang="zh-CN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主</a:t>
            </a:r>
            <a:r>
              <a:rPr lang="zh-CN" sz="32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动服务</a:t>
            </a:r>
            <a:endParaRPr/>
          </a:p>
          <a:p>
            <a:pPr lvl="0" algn="l" defTabSz="914400">
              <a:lnSpc>
                <a:spcPct val="150000"/>
              </a:lnSpc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常规顾客购物场景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购物流程无异常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无特殊需求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标准流程值守</a:t>
            </a:r>
            <a:endParaRPr sz="44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</p:txBody>
      </p:sp>
      <p:graphicFrame>
        <p:nvGraphicFramePr>
          <p:cNvPr id="122" name=""/>
          <p:cNvGraphicFramePr/>
          <p:nvPr/>
        </p:nvGraphicFramePr>
        <p:xfrm rot="0" flipH="false" flipV="false">
          <a:off x="518861" y="1438320"/>
          <a:ext cx="11544300" cy="328295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282700">
                  <a:extLst>
                    <a:ext uri="{9D8B030D-6E8A-4147-A177-3AD203B41FA5}">
                      <a16:colId val="1"/>
                    </a:ext>
                  </a:extLst>
                </a:gridCol>
                <a:gridCol w="1282700">
                  <a:extLst>
                    <a:ext uri="{9D8B030D-6E8A-4147-A177-3AD203B41FA5}">
                      <a16:colId val="2"/>
                    </a:ext>
                  </a:extLst>
                </a:gridCol>
                <a:gridCol w="2012950">
                  <a:extLst>
                    <a:ext uri="{9D8B030D-6E8A-4147-A177-3AD203B41FA5}">
                      <a16:colId val="3"/>
                    </a:ext>
                  </a:extLst>
                </a:gridCol>
                <a:gridCol w="552450">
                  <a:extLst>
                    <a:ext uri="{9D8B030D-6E8A-4147-A177-3AD203B41FA5}">
                      <a16:colId val="4"/>
                    </a:ext>
                  </a:extLst>
                </a:gridCol>
                <a:gridCol w="1282700">
                  <a:extLst>
                    <a:ext uri="{9D8B030D-6E8A-4147-A177-3AD203B41FA5}">
                      <a16:colId val="5"/>
                    </a:ext>
                  </a:extLst>
                </a:gridCol>
                <a:gridCol w="1282700">
                  <a:extLst>
                    <a:ext uri="{9D8B030D-6E8A-4147-A177-3AD203B41FA5}">
                      <a16:colId val="6"/>
                    </a:ext>
                  </a:extLst>
                </a:gridCol>
                <a:gridCol w="1282700">
                  <a:extLst>
                    <a:ext uri="{9D8B030D-6E8A-4147-A177-3AD203B41FA5}">
                      <a16:colId val="7"/>
                    </a:ext>
                  </a:extLst>
                </a:gridCol>
                <a:gridCol w="1282700">
                  <a:extLst>
                    <a:ext uri="{9D8B030D-6E8A-4147-A177-3AD203B41FA5}">
                      <a16:colId val="8"/>
                    </a:ext>
                  </a:extLst>
                </a:gridCol>
                <a:gridCol w="1282700">
                  <a:extLst>
                    <a:ext uri="{9D8B030D-6E8A-4147-A177-3AD203B41FA5}">
                      <a16:colId val="9"/>
                    </a:ext>
                  </a:extLst>
                </a:gridCol>
              </a:tblGrid>
              <a:tr h="304800">
                <a:tc gridSpan="9">
                  <a:txBody>
                    <a:bodyPr/>
                    <a:p>
                      <a:pPr algn="ctr"/>
                      <a:r>
                        <a:rPr sz="1600"/>
                        <a:t>处理思路及参考话术</a:t>
                      </a:r>
                      <a:endParaRPr/>
                    </a:p>
                  </a:txBody>
                  <a:tcPr>
                    <a:lnL w="12700">
                      <a:solidFill>
                        <a:srgbClr val="939393">
                          <a:alpha val="100000"/>
                        </a:srgbClr>
                      </a:solidFill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04800">
                <a:tc gridSpan="2">
                  <a:txBody>
                    <a:bodyPr vert="horz" anchor="b"/>
                    <a:p>
                      <a:pPr algn="ctr"/>
                      <a:r>
                        <a:rPr sz="14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场景</a:t>
                      </a:r>
                      <a:endParaRPr/>
                    </a:p>
                  </a:txBody>
                  <a:tcPr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>
                  <a:txBody>
                    <a:bodyPr vert="horz" anchor="b"/>
                    <a:p>
                      <a:pPr algn="ctr"/>
                      <a:r>
                        <a:rPr sz="14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处理思路</a:t>
                      </a:r>
                      <a:endParaRPr/>
                    </a:p>
                  </a:txBody>
                  <a:tcPr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 vert="horz" anchor="b"/>
                    <a:p>
                      <a:pPr algn="ctr"/>
                      <a:r>
                        <a:rPr sz="14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参考话术</a:t>
                      </a:r>
                      <a:endParaRPr/>
                    </a:p>
                  </a:txBody>
                  <a:tcPr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04800">
                <a:tc gridSpan="2"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协助顾客开门离店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>
                  <a:txBody>
                    <a:bodyPr vert="horz" anchor="ctr"/>
                    <a:p>
                      <a:pPr algn="ctr"/>
                      <a:r>
                        <a:rPr lang="zh-CN" sz="1400">
                          <a:latin typeface="Microsoft YaHei"/>
                          <a:ea typeface="Microsoft YaHei"/>
                        </a:rPr>
                        <a:t>开门</a:t>
                      </a:r>
                      <a:r>
                        <a:rPr lang="en-US" sz="1400">
                          <a:latin typeface="Microsoft YaHei"/>
                          <a:ea typeface="Microsoft YaHei"/>
                        </a:rPr>
                        <a:t>-</a:t>
                      </a:r>
                      <a:r>
                        <a:rPr lang="zh-CN" sz="1400">
                          <a:latin typeface="Microsoft YaHei"/>
                          <a:ea typeface="Microsoft YaHei"/>
                        </a:rPr>
                        <a:t>引导顾客离店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门已经帮您打开了，请携带好您的随身物品离店，期待您的下次光临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17500">
                <a:tc gridSpan="2"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顾客在店内吸烟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及时介入制止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本店禁止吸烟，请您将香烟熄灭至店外，感谢您的配合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04800">
                <a:tc gridSpan="2">
                  <a:txBody>
                    <a:bodyPr vert="horz" anchor="ctr"/>
                    <a:lstStyle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核对商品数量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 vert="horz" anchor="ctr"/>
                    <a:lstStyle/>
                    <a:p>
                      <a:pPr algn="ctr"/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vert="horz" anchor="ctr"/>
                    <a:lstStyle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口头核实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-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信任顾客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lstStyle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请问您一共购买了几件商品？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4800">
                <a:tc gridSpan="2">
                  <a:txBody>
                    <a:bodyPr vert="horz" anchor="ctr"/>
                    <a:lstStyle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购买多件商品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 vert="horz" anchor="ctr"/>
                    <a:lstStyle/>
                    <a:p>
                      <a:pPr algn="ctr"/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vert="horz" anchor="ctr"/>
                    <a:lstStyle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利用利己心理提醒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lstStyle/>
                    <a:p>
                      <a:pPr algn="l"/>
                      <a:r>
                        <a:rPr sz="140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为了避免您</a:t>
                      </a:r>
                      <a:r>
                        <a:rPr sz="1400" b="true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多付</a:t>
                      </a:r>
                      <a:r>
                        <a:rPr sz="140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，请您一件一件扫码加购，核对好数量后，再进行付款。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4800">
                <a:tc gridSpan="2">
                  <a:txBody>
                    <a:bodyPr vert="horz" anchor="ctr"/>
                    <a:lstStyle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顾客长时间在店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 vert="horz" anchor="ctr"/>
                    <a:lstStyle/>
                    <a:p>
                      <a:pPr algn="ctr"/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vert="horz" anchor="ctr"/>
                    <a:lstStyle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询问诉求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lstStyle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请问有什么可以帮到您的？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 vert="horz" anchor="ctr"/>
                    <a:lstStyle/>
                    <a:p>
                      <a:pPr algn="l"/>
                      <a:endParaRPr sz="1400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04800">
                <a:tc gridSpan="2"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顾客在店内取快递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/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团购商品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询问即可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vert="horz"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请问您是来取快递/团购商品的吗？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extLst>
                  <a:ext uri="{0D108BD9-81ED-4DB2-BD59-A6C34878D82A}">
                    <a16:rowId val="8"/>
                  </a:ext>
                </a:extLst>
              </a:tr>
              <a:tr h="304800">
                <a:tc gridSpan="2"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顾客携带儿童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/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宠物进店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>
                  <a:txBody>
                    <a:bodyPr vert="horz" anchor="ctr"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及时介入提醒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 anchor="ctr"/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请您看顾好您的小朋友，避免磕伤碰伤</a:t>
                      </a:r>
                      <a:endParaRPr/>
                    </a:p>
                    <a:p>
                      <a:pPr algn="l"/>
                      <a:r>
                        <a:rPr sz="1400">
                          <a:latin typeface="Microsoft YaHei"/>
                          <a:ea typeface="Microsoft YaHei"/>
                        </a:rPr>
                        <a:t>本店禁止宠物入内，请将宠物带离至店外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tc hMerge="true">
                  <a:txBody>
                    <a:bodyPr/>
                    <a:p/>
                  </a:txBody>
                  <a:tcPr/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asvg="http://schemas.microsoft.com/office/drawing/2016/SVG/main" xmlns:p="http://schemas.openxmlformats.org/presentationml/2006/main" xmlns:r="http://schemas.openxmlformats.org/officeDocument/2006/relationships" xmlns:mc="http://schemas.openxmlformats.org/markup-compatibility/2006" mc:Ignorable="asvg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 16"/>
          <p:cNvSpPr txBox="true">
            <a:spLocks noGrp="true"/>
          </p:cNvSpPr>
          <p:nvPr/>
        </p:nvSpPr>
        <p:spPr>
          <a:xfrm rot="0" flipH="false" flipV="false">
            <a:off x="278595" y="188294"/>
            <a:ext cx="10969200" cy="1028522"/>
          </a:xfrm>
          <a:prstGeom prst="rect"/>
          <a:ln>
            <a:extLst/>
          </a:ln>
        </p:spPr>
        <p:txBody>
          <a:bodyPr vert="horz" lIns="91440" tIns="45720" rIns="91440" bIns="45720" anchor="ctr">
            <a:noAutofit/>
          </a:bodyPr>
          <a:lstStyle/>
          <a:p>
            <a:pPr algn="l" defTabSz="914400">
              <a:lnSpc>
                <a:spcPct val="13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3200" b="true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客服部分介入</a:t>
            </a:r>
            <a:endParaRPr/>
          </a:p>
          <a:p>
            <a:pPr algn="l" defTabSz="914400">
              <a:lnSpc>
                <a:spcPct val="13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非常规顾客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购物需求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异常情况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简单介入后转接二线值班店长</a:t>
            </a:r>
            <a:endParaRPr/>
          </a:p>
        </p:txBody>
      </p:sp>
      <p:sp>
        <p:nvSpPr>
          <p:cNvPr id="125" name="六边形 5"/>
          <p:cNvSpPr/>
          <p:nvPr/>
        </p:nvSpPr>
        <p:spPr>
          <a:xfrm rot="16200000">
            <a:off x="6360474" y="3231108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D44434"/>
          </a:solidFill>
          <a:ln w="635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false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false">
              <a:solidFill>
                <a:srgbClr val="FFFFFF"/>
              </a:solidFill>
              <a:latin typeface="苹方-简"/>
              <a:ea typeface="苹方-简"/>
              <a:sym typeface="Arial" panose="020B0604020202090204" pitchFamily="34" charset="0"/>
            </a:endParaRPr>
          </a:p>
        </p:txBody>
      </p:sp>
      <p:sp>
        <p:nvSpPr>
          <p:cNvPr id="126" name="六边形 8"/>
          <p:cNvSpPr/>
          <p:nvPr/>
        </p:nvSpPr>
        <p:spPr>
          <a:xfrm rot="16200000">
            <a:off x="4380458" y="2075089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B70000"/>
          </a:solidFill>
          <a:ln w="635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false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false">
              <a:solidFill>
                <a:srgbClr val="FFFFFF"/>
              </a:solidFill>
              <a:latin typeface="苹方-简"/>
              <a:ea typeface="苹方-简"/>
              <a:sym typeface="Arial" panose="020B0604020202090204" pitchFamily="34" charset="0"/>
            </a:endParaRPr>
          </a:p>
        </p:txBody>
      </p:sp>
      <p:sp>
        <p:nvSpPr>
          <p:cNvPr id="127" name="六边形 9"/>
          <p:cNvSpPr/>
          <p:nvPr/>
        </p:nvSpPr>
        <p:spPr>
          <a:xfrm rot="16200000">
            <a:off x="5692609" y="2075089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C30000"/>
          </a:solidFill>
          <a:ln w="635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false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false">
              <a:solidFill>
                <a:srgbClr val="FFFFFF"/>
              </a:solidFill>
              <a:latin typeface="苹方-简"/>
              <a:ea typeface="苹方-简"/>
              <a:sym typeface="Arial" panose="020B0604020202090204" pitchFamily="34" charset="0"/>
            </a:endParaRPr>
          </a:p>
        </p:txBody>
      </p:sp>
      <p:sp>
        <p:nvSpPr>
          <p:cNvPr id="128" name="六边形 10"/>
          <p:cNvSpPr/>
          <p:nvPr/>
        </p:nvSpPr>
        <p:spPr>
          <a:xfrm rot="16200000">
            <a:off x="5030479" y="3231108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D50102"/>
          </a:solidFill>
          <a:ln w="635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false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false">
              <a:solidFill>
                <a:srgbClr val="FFFFFF"/>
              </a:solidFill>
              <a:latin typeface="苹方-简"/>
              <a:ea typeface="苹方-简"/>
              <a:sym typeface="Arial" panose="020B0604020202090204" pitchFamily="34" charset="0"/>
            </a:endParaRPr>
          </a:p>
        </p:txBody>
      </p:sp>
      <p:sp>
        <p:nvSpPr>
          <p:cNvPr id="129" name="六边形 12"/>
          <p:cNvSpPr/>
          <p:nvPr/>
        </p:nvSpPr>
        <p:spPr>
          <a:xfrm rot="16200000">
            <a:off x="5692609" y="4386489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DB5C4D"/>
          </a:solidFill>
          <a:ln w="635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false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false">
              <a:solidFill>
                <a:srgbClr val="FFFFFF"/>
              </a:solidFill>
              <a:latin typeface="苹方-简"/>
              <a:ea typeface="苹方-简"/>
              <a:sym typeface="Arial" panose="020B0604020202090204" pitchFamily="34" charset="0"/>
            </a:endParaRPr>
          </a:p>
        </p:txBody>
      </p:sp>
      <p:sp>
        <p:nvSpPr>
          <p:cNvPr id="130" name="矩形 18"/>
          <p:cNvSpPr/>
          <p:nvPr/>
        </p:nvSpPr>
        <p:spPr>
          <a:xfrm rot="0" flipH="false" flipV="false">
            <a:off x="689822" y="2262350"/>
            <a:ext cx="3454673" cy="1778834"/>
          </a:xfrm>
          <a:prstGeom prst="rect">
            <a:avLst/>
          </a:prstGeom>
          <a:noFill/>
          <a:ln>
            <a:extLst/>
          </a:ln>
        </p:spPr>
        <p:txBody>
          <a:bodyPr vert="horz" wrap="square" lIns="0" tIns="0" rIns="0" bIns="0" rtlCol="false" anchor="t" anchorCtr="false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顾客进店后找不到目标商品，主动询问商品摆放位置的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Microsoft YaHei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引导大致范围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顾客未找到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致歉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引导顾客选购其他商品替代</a:t>
            </a:r>
            <a:endParaRPr/>
          </a:p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注意事项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顾客在药店提出询问商品位置时需转交二线客服协助查询具体位置</a:t>
            </a:r>
            <a:endParaRPr/>
          </a:p>
        </p:txBody>
      </p:sp>
      <p:sp>
        <p:nvSpPr>
          <p:cNvPr id="131" name="矩形 19"/>
          <p:cNvSpPr/>
          <p:nvPr/>
        </p:nvSpPr>
        <p:spPr>
          <a:xfrm rot="0" flipH="false" flipV="false">
            <a:off x="1296035" y="4675505"/>
            <a:ext cx="3454400" cy="1423035"/>
          </a:xfrm>
          <a:prstGeom prst="rect">
            <a:avLst/>
          </a:prstGeom>
          <a:noFill/>
          <a:ln>
            <a:extLst/>
          </a:ln>
        </p:spPr>
        <p:txBody>
          <a:bodyPr vert="horz" wrap="square" lIns="0" tIns="0" rIns="0" bIns="0" rtlCol="false" anchor="t" anchorCtr="false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顾客在未完成付款前拆开商品包装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/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拆封整装商品的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Microsoft YaHei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立即介入提醒其付款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顾客拒付或产生争议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备注转交二线客服处理</a:t>
            </a:r>
            <a:endParaRPr/>
          </a:p>
        </p:txBody>
      </p:sp>
      <p:sp>
        <p:nvSpPr>
          <p:cNvPr id="132" name="矩形 20"/>
          <p:cNvSpPr/>
          <p:nvPr/>
        </p:nvSpPr>
        <p:spPr>
          <a:xfrm rot="0" flipH="false" flipV="false">
            <a:off x="7346315" y="1628041"/>
            <a:ext cx="4036681" cy="901745"/>
          </a:xfrm>
          <a:prstGeom prst="rect">
            <a:avLst/>
          </a:prstGeom>
          <a:noFill/>
          <a:ln>
            <a:extLst/>
          </a:ln>
        </p:spPr>
        <p:txBody>
          <a:bodyPr vert="horz" wrap="square" lIns="0" tIns="0" rIns="0" bIns="0" rtlCol="false" anchor="t" anchorCtr="false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顾客持中奖商品或奖券要求兑换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的场景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Microsoft YaHei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致歉表示无法兑奖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顾客不认可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备注转交二线客服处理</a:t>
            </a:r>
            <a:endParaRPr/>
          </a:p>
        </p:txBody>
      </p:sp>
      <p:sp>
        <p:nvSpPr>
          <p:cNvPr id="133" name="矩形 21"/>
          <p:cNvSpPr/>
          <p:nvPr/>
        </p:nvSpPr>
        <p:spPr>
          <a:xfrm rot="0" flipH="false" flipV="false">
            <a:off x="8177785" y="3243450"/>
            <a:ext cx="3454673" cy="901745"/>
          </a:xfrm>
          <a:prstGeom prst="rect">
            <a:avLst/>
          </a:prstGeom>
          <a:noFill/>
          <a:ln>
            <a:extLst/>
          </a:ln>
        </p:spPr>
        <p:txBody>
          <a:bodyPr vert="horz" wrap="square" lIns="0" tIns="0" rIns="0" bIns="0" rtlCol="false" anchor="t" anchorCtr="false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店内存在疑似商家或内部员工的人员的场景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Microsoft YaHei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初步识别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转交二线客服进行身份核实与确认</a:t>
            </a:r>
            <a:endParaRPr/>
          </a:p>
        </p:txBody>
      </p:sp>
      <p:sp>
        <p:nvSpPr>
          <p:cNvPr id="134" name="矩形 22"/>
          <p:cNvSpPr/>
          <p:nvPr/>
        </p:nvSpPr>
        <p:spPr>
          <a:xfrm rot="0" flipH="false" flipV="false">
            <a:off x="7468696" y="5126310"/>
            <a:ext cx="4411754" cy="901745"/>
          </a:xfrm>
          <a:prstGeom prst="rect">
            <a:avLst/>
          </a:prstGeom>
          <a:noFill/>
          <a:ln>
            <a:extLst/>
          </a:ln>
        </p:spPr>
        <p:txBody>
          <a:bodyPr vert="horz" wrap="square" lIns="0" tIns="0" rIns="0" bIns="0" rtlCol="false" anchor="t" anchorCtr="false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发现店内冰箱门长时间未关闭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的场景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Microsoft YaHei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 b="true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endParaRPr/>
          </a:p>
          <a:p>
            <a:pPr marL="742950" lvl="1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顾客在店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引导提醒顾客随手关闭冰箱门</a:t>
            </a:r>
            <a:endParaRPr/>
          </a:p>
          <a:p>
            <a:pPr marL="742950" lvl="1" indent="-28575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buFont typeface="Arial" panose="020B060402020209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未响应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/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店内无顾客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备注转接二线客服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处理</a:t>
            </a:r>
            <a:endParaRPr/>
          </a:p>
        </p:txBody>
      </p:sp>
      <p:sp>
        <p:nvSpPr>
          <p:cNvPr id="135" name="矩形 26"/>
          <p:cNvSpPr/>
          <p:nvPr/>
        </p:nvSpPr>
        <p:spPr>
          <a:xfrm>
            <a:off x="686860" y="1844714"/>
            <a:ext cx="3454973" cy="41805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lang="zh-CN" altLang="en-US" sz="2400" b="true" kern="1200">
                <a:solidFill>
                  <a:srgbClr val="B70000"/>
                </a:solidFill>
                <a:latin typeface="苹方-简"/>
                <a:ea typeface="Microsoft YaHei"/>
                <a:cs typeface="苹方-简"/>
              </a:rPr>
              <a:t>询问商品位置</a:t>
            </a:r>
            <a:endParaRPr lang="zh-CN" altLang="en-US" sz="2400" b="true" kern="1200">
              <a:solidFill>
                <a:srgbClr val="B70000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136" name="矩形 28"/>
          <p:cNvSpPr/>
          <p:nvPr/>
        </p:nvSpPr>
        <p:spPr>
          <a:xfrm rot="0" flipH="false" flipV="false">
            <a:off x="7333494" y="1216816"/>
            <a:ext cx="3454973" cy="41805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l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lang="zh-CN" altLang="en-US" sz="2400" b="true" kern="1200">
                <a:solidFill>
                  <a:srgbClr val="C30000"/>
                </a:solidFill>
                <a:latin typeface="苹方-简"/>
                <a:ea typeface="Microsoft YaHei"/>
                <a:cs typeface="苹方-简"/>
              </a:rPr>
              <a:t>商品兑奖</a:t>
            </a:r>
            <a:endParaRPr lang="zh-CN" altLang="en-US" sz="2400" b="true" kern="1200">
              <a:solidFill>
                <a:srgbClr val="C30000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137" name="矩形 29"/>
          <p:cNvSpPr/>
          <p:nvPr/>
        </p:nvSpPr>
        <p:spPr>
          <a:xfrm>
            <a:off x="8047505" y="2790600"/>
            <a:ext cx="3454973" cy="41805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l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lang="zh-CN" altLang="en-US" sz="2400" b="true" kern="1200">
                <a:solidFill>
                  <a:srgbClr val="D44434"/>
                </a:solidFill>
                <a:latin typeface="苹方-简"/>
                <a:ea typeface="Microsoft YaHei"/>
                <a:cs typeface="苹方-简"/>
              </a:rPr>
              <a:t>疑似商家</a:t>
            </a:r>
            <a:r>
              <a:rPr lang="en-US" altLang="zh-CN" sz="2400" b="true" kern="1200">
                <a:solidFill>
                  <a:srgbClr val="D44434"/>
                </a:solidFill>
                <a:latin typeface="苹方-简"/>
                <a:ea typeface="Microsoft YaHei"/>
                <a:cs typeface="苹方-简"/>
              </a:rPr>
              <a:t>/</a:t>
            </a:r>
            <a:r>
              <a:rPr lang="zh-CN" altLang="en-US" sz="2400" b="true" kern="1200">
                <a:solidFill>
                  <a:srgbClr val="D44434"/>
                </a:solidFill>
                <a:latin typeface="苹方-简"/>
                <a:ea typeface="Microsoft YaHei"/>
                <a:cs typeface="苹方-简"/>
              </a:rPr>
              <a:t>店员在店</a:t>
            </a:r>
            <a:endParaRPr lang="zh-CN" altLang="en-US" sz="2400" b="true" kern="1200">
              <a:solidFill>
                <a:srgbClr val="D44434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138" name="矩形 30"/>
          <p:cNvSpPr/>
          <p:nvPr/>
        </p:nvSpPr>
        <p:spPr>
          <a:xfrm>
            <a:off x="7468574" y="4632566"/>
            <a:ext cx="3454973" cy="41805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l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lang="zh-CN" altLang="en-US" sz="2400" b="true" kern="1200">
                <a:solidFill>
                  <a:srgbClr val="DB5C4D"/>
                </a:solidFill>
                <a:latin typeface="苹方-简"/>
                <a:ea typeface="Microsoft YaHei"/>
                <a:cs typeface="苹方-简"/>
              </a:rPr>
              <a:t>冰箱门未关</a:t>
            </a:r>
            <a:endParaRPr lang="zh-CN" altLang="en-US" sz="2400" b="true" kern="1200">
              <a:solidFill>
                <a:srgbClr val="DB5C4D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139" name="矩形 31"/>
          <p:cNvSpPr/>
          <p:nvPr/>
        </p:nvSpPr>
        <p:spPr>
          <a:xfrm rot="0" flipH="false" flipV="false">
            <a:off x="1295637" y="4229172"/>
            <a:ext cx="3454973" cy="41805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lang="zh-CN" altLang="en-US" sz="2400" b="true" kern="1200">
                <a:solidFill>
                  <a:srgbClr val="D50102"/>
                </a:solidFill>
                <a:latin typeface="苹方-简"/>
                <a:ea typeface="Microsoft YaHei"/>
                <a:cs typeface="苹方-简"/>
              </a:rPr>
              <a:t>未支付商品拆封</a:t>
            </a:r>
            <a:endParaRPr lang="zh-CN" altLang="en-US" sz="2400" b="true" kern="1200">
              <a:solidFill>
                <a:srgbClr val="D50102"/>
              </a:solidFill>
              <a:latin typeface="苹方-简"/>
              <a:ea typeface="Microsoft YaHei"/>
              <a:cs typeface="苹方-简"/>
            </a:endParaRPr>
          </a:p>
        </p:txBody>
      </p:sp>
      <p:pic>
        <p:nvPicPr>
          <p:cNvPr id="140" name="图形 23"/>
          <p:cNvPicPr>
            <a:picLocks noChangeAspect="true"/>
          </p:cNvPicPr>
          <p:nvPr/>
        </p:nvPicPr>
        <p:blipFill>
          <a:blip r:embed="rId1" cstate="print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6200518" y="4814738"/>
            <a:ext cx="397419" cy="397419"/>
          </a:xfrm>
          <a:prstGeom prst="rect">
            <a:avLst/>
          </a:prstGeom>
          <a:ln>
            <a:extLst/>
          </a:ln>
        </p:spPr>
      </p:pic>
      <p:pic>
        <p:nvPicPr>
          <p:cNvPr id="141" name="图形 24"/>
          <p:cNvPicPr>
            <a:picLocks noChangeAspect="true"/>
          </p:cNvPicPr>
          <p:nvPr/>
        </p:nvPicPr>
        <p:blipFill>
          <a:blip r:embed="rId3" cstate="print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5532652" y="3654896"/>
            <a:ext cx="433548" cy="430677"/>
          </a:xfrm>
          <a:prstGeom prst="rect">
            <a:avLst/>
          </a:prstGeom>
          <a:ln>
            <a:extLst/>
          </a:ln>
          <a:effectLst/>
        </p:spPr>
      </p:pic>
      <p:pic>
        <p:nvPicPr>
          <p:cNvPr id="142" name="图形 25"/>
          <p:cNvPicPr>
            <a:picLocks noChangeAspect="true"/>
          </p:cNvPicPr>
          <p:nvPr/>
        </p:nvPicPr>
        <p:blipFill>
          <a:blip r:embed="rId5" cstate="print"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4870523" y="2489319"/>
            <a:ext cx="433548" cy="433548"/>
          </a:xfrm>
          <a:prstGeom prst="rect">
            <a:avLst/>
          </a:prstGeom>
          <a:ln>
            <a:extLst/>
          </a:ln>
        </p:spPr>
      </p:pic>
      <p:pic>
        <p:nvPicPr>
          <p:cNvPr id="143" name="图形 27"/>
          <p:cNvPicPr>
            <a:picLocks noChangeAspect="true"/>
          </p:cNvPicPr>
          <p:nvPr/>
        </p:nvPicPr>
        <p:blipFill>
          <a:blip r:embed="rId7" cstate="print">
            <a:extLst>
              <a:ext uri="{96DAC541-7B7A-43D3-8B79-37D633B846F1}">
                <asvg:svgBlip r:embed="rId8"/>
              </a:ext>
            </a:extLst>
          </a:blip>
          <a:srcRect l="-9157" t="-2492" r="-15154" b="-1874"/>
          <a:stretch>
            <a:fillRect/>
          </a:stretch>
        </p:blipFill>
        <p:spPr>
          <a:xfrm>
            <a:off x="6200517" y="2529786"/>
            <a:ext cx="433548" cy="433548"/>
          </a:xfrm>
          <a:prstGeom prst="rect">
            <a:avLst/>
          </a:prstGeom>
          <a:ln>
            <a:extLst/>
          </a:ln>
        </p:spPr>
      </p:pic>
      <p:pic>
        <p:nvPicPr>
          <p:cNvPr id="144" name="图形 32"/>
          <p:cNvPicPr>
            <a:picLocks noChangeAspect="true"/>
          </p:cNvPicPr>
          <p:nvPr/>
        </p:nvPicPr>
        <p:blipFill>
          <a:blip r:embed="rId9" cstate="print">
            <a:extLst>
              <a:ext uri="{96DAC541-7B7A-43D3-8B79-37D633B846F1}">
                <asvg:svgBlip r:embed="rId10"/>
              </a:ext>
            </a:extLst>
          </a:blip>
          <a:srcRect l="-2046" t="-15057" r="-2046" b="-15057"/>
          <a:stretch>
            <a:fillRect/>
          </a:stretch>
        </p:blipFill>
        <p:spPr>
          <a:xfrm>
            <a:off x="6838048" y="3609969"/>
            <a:ext cx="469677" cy="46967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4" h="794">
                <a:moveTo>
                  <a:pt x="0" y="0"/>
                </a:moveTo>
                <a:lnTo>
                  <a:pt x="794" y="0"/>
                </a:lnTo>
                <a:lnTo>
                  <a:pt x="794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ln/>
        </p:spPr>
      </p:pic>
      <p:sp>
        <p:nvSpPr>
          <p:cNvPr id="145" name=""/>
          <p:cNvSpPr/>
          <p:nvPr/>
        </p:nvSpPr>
        <p:spPr>
          <a:xfrm rot="0" flipH="false" flipV="false">
            <a:off x="0" y="6450595"/>
            <a:ext cx="12212477" cy="407405"/>
          </a:xfrm>
          <a:prstGeom prst="rect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  <a:endParaRPr/>
          </a:p>
        </p:txBody>
      </p:sp>
    </p:spTree>
  </p:cSld>
</p:sld>
</file>

<file path=ppt/slides/slide6.xml><?xml version="1.0" encoding="utf-8"?>
<p:sld xmlns:a14="http://schemas.microsoft.com/office/drawing/2010/main" xmlns:ahyp="http://schemas.microsoft.com/office/drawing/2018/hyperlinkcolor" xmlns:a="http://schemas.openxmlformats.org/drawingml/2006/main" xmlns:asvg="http://schemas.microsoft.com/office/drawing/2016/SVG/main" xmlns:p="http://schemas.openxmlformats.org/presentationml/2006/main" xmlns:r="http://schemas.openxmlformats.org/officeDocument/2006/relationships" xmlns:mc="http://schemas.openxmlformats.org/markup-compatibility/2006" mc:Ignorable="a14 ahyp asvg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标题 1"/>
          <p:cNvSpPr txBox="true">
            <a:spLocks noGrp="true"/>
          </p:cNvSpPr>
          <p:nvPr/>
        </p:nvSpPr>
        <p:spPr>
          <a:xfrm rot="0" flipH="false" flipV="false">
            <a:off x="210955" y="0"/>
            <a:ext cx="7109189" cy="1325563"/>
          </a:xfrm>
          <a:prstGeom prst="rect"/>
          <a:ln>
            <a:extLst/>
          </a:ln>
        </p:spPr>
        <p:txBody>
          <a:bodyPr vert="horz" lIns="91440" tIns="45720" rIns="91440" bIns="45720" anchor="ctr">
            <a:normAutofit fontScale="100000"/>
          </a:bodyPr>
          <a:lstStyle/>
          <a:p>
            <a:pPr indent="0" algn="l" defTabSz="914400">
              <a:lnSpc>
                <a:spcPct val="13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客服直接转交二线</a:t>
            </a:r>
            <a:endParaRPr/>
          </a:p>
          <a:p>
            <a:pPr indent="0" algn="l" defTabSz="914400">
              <a:lnSpc>
                <a:spcPct val="13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高风险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紧急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敏感情况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第一时间转交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简单介入后转接二线值班店长</a:t>
            </a:r>
            <a:endParaRPr/>
          </a:p>
        </p:txBody>
      </p:sp>
      <p:grpSp>
        <p:nvGrpSpPr>
          <p:cNvPr id="148" name=""/>
          <p:cNvGrpSpPr/>
          <p:nvPr/>
        </p:nvGrpSpPr>
        <p:grpSpPr>
          <a:xfrm rot="0" flipH="false" flipV="false">
            <a:off x="5029200" y="1388671"/>
            <a:ext cx="2032000" cy="2286000"/>
            <a:chOff x="5283200" y="1435100"/>
            <a:chExt cx="2032000" cy="2286000"/>
          </a:xfrm>
        </p:grpSpPr>
        <p:sp>
          <p:nvSpPr>
            <p:cNvPr id="149" name="AutoShape 11"/>
            <p:cNvSpPr/>
            <p:nvPr/>
          </p:nvSpPr>
          <p:spPr>
            <a:xfrm rot="0" flipH="false" flipV="false">
              <a:off x="5283200" y="143510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sx="100000" sy="100000" algn="tl" rotWithShape="false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false" anchor="ctr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pic>
          <p:nvPicPr>
            <p:cNvPr id="150" name="Picture 12"/>
            <p:cNvPicPr>
              <a:picLocks noChangeAspect="true"/>
            </p:cNvPicPr>
            <p:nvPr/>
          </p:nvPicPr>
          <p:blipFill>
            <a:blip r:embed="rId1">
              <a:alphaModFix amt="100000"/>
              <a:extLst>
                <a:ext uri="">
                  <a14:imgProps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  <a:ext uri="{96DAC541-7B7A-43D3-8B79-37D633B846F1}">
                  <asvg:svgBlip r:embed="rId2"/>
                </a:ext>
              </a:extLst>
            </a:blip>
            <a:srcRect l="0" t="0" r="0" b="0"/>
            <a:stretch>
              <a:fillRect/>
            </a:stretch>
          </p:blipFill>
          <p:spPr>
            <a:xfrm rot="0" flipH="false" flipV="false">
              <a:off x="5994400" y="1625600"/>
              <a:ext cx="609600" cy="609600"/>
            </a:xfrm>
            <a:prstGeom prst="rect">
              <a:avLst/>
            </a:prstGeom>
            <a:ln/>
          </p:spPr>
        </p:pic>
        <p:sp>
          <p:nvSpPr>
            <p:cNvPr id="151" name="AutoShape 13"/>
            <p:cNvSpPr/>
            <p:nvPr/>
          </p:nvSpPr>
          <p:spPr>
            <a:xfrm rot="0" flipH="false" flipV="false">
              <a:off x="5283200" y="2362200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true" i="false" u="none" strike="noStrike">
                  <a:solidFill>
                    <a:srgbClr val="333333"/>
                  </a:solidFill>
                  <a:latin typeface="微软雅黑" charset="0"/>
                  <a:ea typeface="微软雅黑" charset="0"/>
                  <a:cs typeface="Noto Sans SC"/>
                  <a:sym typeface="Noto Sans SC"/>
                </a:rPr>
                <a:t>舆情风险</a:t>
              </a:r>
              <a:endParaRPr lang="en-US" sz="2000" b="true" i="false" u="none" strike="noStrike">
                <a:solidFill>
                  <a:srgbClr val="333333"/>
                </a:solidFill>
                <a:latin typeface="微软雅黑" charset="0"/>
                <a:ea typeface="微软雅黑" charset="0"/>
                <a:cs typeface="Noto Sans SC"/>
                <a:sym typeface="Noto Sans SC"/>
              </a:endParaRPr>
            </a:p>
          </p:txBody>
        </p:sp>
        <p:sp>
          <p:nvSpPr>
            <p:cNvPr id="152" name="AutoShape 14"/>
            <p:cNvSpPr/>
            <p:nvPr/>
          </p:nvSpPr>
          <p:spPr>
            <a:xfrm rot="0" flipH="false" flipV="false">
              <a:off x="5410200" y="2820719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投诉</a:t>
              </a:r>
              <a:r>
                <a:rPr lang="en-US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媒体报道</a:t>
              </a:r>
              <a:endParaRPr/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↓</a:t>
              </a:r>
              <a:endParaRPr lang="en-US" sz="1600" b="fals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备注转人工</a:t>
              </a:r>
              <a:endParaRPr lang="en-US" sz="1600" b="false" i="false" u="none" strike="noStrike">
                <a:solidFill>
                  <a:srgbClr val="7F8C8D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</p:txBody>
        </p:sp>
      </p:grpSp>
      <p:grpSp>
        <p:nvGrpSpPr>
          <p:cNvPr id="153" name=""/>
          <p:cNvGrpSpPr/>
          <p:nvPr/>
        </p:nvGrpSpPr>
        <p:grpSpPr>
          <a:xfrm rot="0" flipH="false" flipV="false">
            <a:off x="2749550" y="1388671"/>
            <a:ext cx="2070100" cy="2285999"/>
            <a:chOff x="3022600" y="1382980"/>
            <a:chExt cx="2070100" cy="2286000"/>
          </a:xfrm>
        </p:grpSpPr>
        <p:sp>
          <p:nvSpPr>
            <p:cNvPr id="154" name="AutoShape 7"/>
            <p:cNvSpPr/>
            <p:nvPr/>
          </p:nvSpPr>
          <p:spPr>
            <a:xfrm rot="0" flipH="false" flipV="false">
              <a:off x="3060700" y="138298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sx="100000" sy="100000" algn="tl" rotWithShape="false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false" anchor="ctr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pic>
          <p:nvPicPr>
            <p:cNvPr id="155" name="Picture 16"/>
            <p:cNvPicPr>
              <a:picLocks noChangeAspect="true"/>
            </p:cNvPicPr>
            <p:nvPr/>
          </p:nvPicPr>
          <p:blipFill>
            <a:blip r:embed="rId3">
              <a:alphaModFix amt="100000"/>
              <a:extLst>
                <a:ext uri="">
                  <a14:imgProps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  <a:ext uri="{96DAC541-7B7A-43D3-8B79-37D633B846F1}">
                  <asvg:svgBlip r:embed="rId4"/>
                </a:ext>
              </a:extLst>
            </a:blip>
            <a:srcRect l="0" t="0" r="0" b="0"/>
            <a:stretch>
              <a:fillRect/>
            </a:stretch>
          </p:blipFill>
          <p:spPr>
            <a:xfrm rot="0" flipH="false" flipV="false">
              <a:off x="3733800" y="1625600"/>
              <a:ext cx="609600" cy="609600"/>
            </a:xfrm>
            <a:prstGeom prst="rect">
              <a:avLst/>
            </a:prstGeom>
            <a:ln/>
          </p:spPr>
        </p:pic>
        <p:sp>
          <p:nvSpPr>
            <p:cNvPr id="156" name="AutoShape 17"/>
            <p:cNvSpPr/>
            <p:nvPr/>
          </p:nvSpPr>
          <p:spPr>
            <a:xfrm rot="0" flipH="false" flipV="false">
              <a:off x="3022600" y="2324100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true" i="false" u="none" strike="noStrike">
                  <a:solidFill>
                    <a:srgbClr val="333333"/>
                  </a:solidFill>
                  <a:latin typeface="微软雅黑" charset="0"/>
                  <a:ea typeface="微软雅黑" charset="0"/>
                  <a:cs typeface="Noto Sans SC"/>
                  <a:sym typeface="Noto Sans SC"/>
                </a:rPr>
                <a:t>店铺财产安全</a:t>
              </a:r>
              <a:endParaRPr lang="en-US" sz="2000" b="true" i="false" u="none" strike="noStrike">
                <a:solidFill>
                  <a:srgbClr val="333333"/>
                </a:solidFill>
                <a:latin typeface="微软雅黑" charset="0"/>
                <a:ea typeface="微软雅黑" charset="0"/>
                <a:cs typeface="Noto Sans SC"/>
                <a:sym typeface="Noto Sans SC"/>
              </a:endParaRPr>
            </a:p>
          </p:txBody>
        </p:sp>
        <p:sp>
          <p:nvSpPr>
            <p:cNvPr id="157" name="AutoShape 18"/>
            <p:cNvSpPr/>
            <p:nvPr/>
          </p:nvSpPr>
          <p:spPr>
            <a:xfrm rot="0" flipH="false" flipV="false">
              <a:off x="3187700" y="2768600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en-US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设施损坏</a:t>
              </a:r>
              <a:r>
                <a:rPr lang="zh-CN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故障</a:t>
              </a:r>
              <a:r>
                <a:rPr lang="en-US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/着火</a:t>
              </a:r>
              <a:endParaRPr/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↓</a:t>
              </a:r>
              <a:endParaRPr lang="en-US" sz="1600" b="fals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备注转人工</a:t>
              </a:r>
              <a:endParaRPr lang="en-US" sz="1600" b="false" i="false" u="none" strike="noStrike">
                <a:solidFill>
                  <a:srgbClr val="7F8C8D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</p:txBody>
        </p:sp>
      </p:grpSp>
      <p:grpSp>
        <p:nvGrpSpPr>
          <p:cNvPr id="158" name=""/>
          <p:cNvGrpSpPr/>
          <p:nvPr/>
        </p:nvGrpSpPr>
        <p:grpSpPr>
          <a:xfrm rot="0" flipH="false" flipV="false">
            <a:off x="5029200" y="3866491"/>
            <a:ext cx="2032000" cy="2286000"/>
            <a:chOff x="5156200" y="3930382"/>
            <a:chExt cx="2032000" cy="2286000"/>
          </a:xfrm>
        </p:grpSpPr>
        <p:sp>
          <p:nvSpPr>
            <p:cNvPr id="159" name="AutoShape 19"/>
            <p:cNvSpPr/>
            <p:nvPr/>
          </p:nvSpPr>
          <p:spPr>
            <a:xfrm rot="0" flipH="false" flipV="false">
              <a:off x="5156200" y="3930382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C00000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sx="100000" sy="100000" algn="tl" rotWithShape="false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false" anchor="ctr"/>
            <a:lstStyle/>
            <a:p>
              <a:pPr algn="ctr"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endParaRPr lang="zh-CN">
                <a:latin typeface="微软雅黑"/>
                <a:ea typeface="微软雅黑"/>
              </a:endParaRPr>
            </a:p>
          </p:txBody>
        </p:sp>
        <p:sp>
          <p:nvSpPr>
            <p:cNvPr id="160" name="AutoShape 21"/>
            <p:cNvSpPr/>
            <p:nvPr/>
          </p:nvSpPr>
          <p:spPr>
            <a:xfrm rot="0" flipH="false" flipV="false">
              <a:off x="5156200" y="4871502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2000" b="tru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特殊人群</a:t>
              </a:r>
              <a:endParaRPr/>
            </a:p>
          </p:txBody>
        </p:sp>
        <p:sp>
          <p:nvSpPr>
            <p:cNvPr id="161" name="AutoShape 22"/>
            <p:cNvSpPr/>
            <p:nvPr/>
          </p:nvSpPr>
          <p:spPr>
            <a:xfrm rot="0" flipH="false" flipV="false">
              <a:off x="5283200" y="5316002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骑手</a:t>
              </a: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制服</a:t>
              </a: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其他</a:t>
              </a:r>
              <a:endParaRPr/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↓</a:t>
              </a:r>
              <a:endParaRPr lang="en-US" sz="1600" b="fals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备注转人工</a:t>
              </a:r>
              <a:endParaRPr lang="en-US" sz="1600" b="false" i="false" u="none" strike="noStrike">
                <a:solidFill>
                  <a:srgbClr val="7F8C8D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</p:txBody>
        </p:sp>
      </p:grpSp>
      <p:grpSp>
        <p:nvGrpSpPr>
          <p:cNvPr id="162" name=""/>
          <p:cNvGrpSpPr/>
          <p:nvPr/>
        </p:nvGrpSpPr>
        <p:grpSpPr>
          <a:xfrm rot="0" flipH="false" flipV="false">
            <a:off x="7372350" y="1732905"/>
            <a:ext cx="4389641" cy="3737328"/>
            <a:chOff x="980818" y="4210159"/>
            <a:chExt cx="9625791" cy="1270000"/>
          </a:xfrm>
        </p:grpSpPr>
        <p:sp>
          <p:nvSpPr>
            <p:cNvPr id="163" name="AutoShape 23"/>
            <p:cNvSpPr/>
            <p:nvPr/>
          </p:nvSpPr>
          <p:spPr>
            <a:xfrm rot="0" flipH="false" flipV="false">
              <a:off x="980818" y="4210159"/>
              <a:ext cx="9625792" cy="1270000"/>
            </a:xfrm>
            <a:prstGeom prst="roundRect">
              <a:avLst>
                <a:gd name="adj" fmla="val 10000"/>
              </a:avLst>
            </a:prstGeom>
            <a:solidFill>
              <a:srgbClr val="C0392B">
                <a:alpha val="8000"/>
              </a:srgbClr>
            </a:solidFill>
            <a:ln w="12700" cap="flat" cmpd="sng">
              <a:solidFill>
                <a:srgbClr val="C0392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false" anchor="ctr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sp>
          <p:nvSpPr>
            <p:cNvPr id="164" name="AutoShape 25"/>
            <p:cNvSpPr/>
            <p:nvPr/>
          </p:nvSpPr>
          <p:spPr>
            <a:xfrm rot="0" flipH="false" flipV="false">
              <a:off x="1777233" y="4452486"/>
              <a:ext cx="8032963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endParaRPr lang="zh-CN" sz="2200" b="tru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endParaRPr lang="zh-CN" sz="3000" b="tru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24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人身安全</a:t>
              </a:r>
              <a:r>
                <a:rPr lang="en-US" sz="24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24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店铺财产安全</a:t>
              </a:r>
              <a:endParaRPr/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en-US" sz="24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24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舆情风险</a:t>
              </a:r>
              <a:r>
                <a:rPr lang="en-US" sz="24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24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偷盗</a:t>
              </a:r>
              <a:endParaRPr/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1800" b="false" i="false" u="none" strike="noStrike">
                  <a:solidFill>
                    <a:srgbClr val="3F3F3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（</a:t>
              </a:r>
              <a:r>
                <a:rPr lang="en-US" sz="1800" b="false" i="false" u="none" strike="noStrike">
                  <a:solidFill>
                    <a:srgbClr val="3F3F3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高风险异常事件，在完成备注转人工后，必须上报班长，确保信息同步与风险控制。</a:t>
              </a:r>
              <a:r>
                <a:rPr lang="zh-CN" sz="1800" b="false" i="false" u="none" strike="noStrike">
                  <a:solidFill>
                    <a:srgbClr val="3F3F3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）</a:t>
              </a:r>
              <a:endParaRPr/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en-US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关键统一动作：</a:t>
              </a:r>
              <a:endParaRPr/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复制店铺信息</a:t>
              </a:r>
              <a:r>
                <a:rPr lang="en-US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+</a:t>
              </a:r>
              <a:r>
                <a:rPr lang="zh-CN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备注情况</a:t>
              </a:r>
              <a:r>
                <a:rPr lang="en-US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+</a:t>
              </a:r>
              <a:r>
                <a:rPr lang="zh-CN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转交二线</a:t>
              </a:r>
              <a:r>
                <a:rPr lang="en-US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+</a:t>
              </a:r>
              <a:r>
                <a:rPr lang="en-US" sz="2200" b="tru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上报班长</a:t>
              </a:r>
              <a:endParaRPr/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endParaRPr lang="en-US" sz="2200" b="tru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l">
                <a:lnSpc>
                  <a:spcPct val="125000"/>
                </a:lnSpc>
              </a:pPr>
              <a:endParaRPr lang="en-US" sz="1800" b="false" i="false" u="none" strike="noStrike">
                <a:solidFill>
                  <a:srgbClr val="7F8C8D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</p:txBody>
        </p:sp>
      </p:grpSp>
      <p:sp>
        <p:nvSpPr>
          <p:cNvPr id="165" name="AutoShape 17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grpSp>
        <p:nvGrpSpPr>
          <p:cNvPr id="166" name=""/>
          <p:cNvGrpSpPr/>
          <p:nvPr/>
        </p:nvGrpSpPr>
        <p:grpSpPr>
          <a:xfrm rot="0" flipH="false" flipV="false">
            <a:off x="2749550" y="3866491"/>
            <a:ext cx="2070100" cy="2286000"/>
            <a:chOff x="2971800" y="3916362"/>
            <a:chExt cx="2070100" cy="2286000"/>
          </a:xfrm>
        </p:grpSpPr>
        <p:sp>
          <p:nvSpPr>
            <p:cNvPr id="167" name="AutoShape 15"/>
            <p:cNvSpPr/>
            <p:nvPr/>
          </p:nvSpPr>
          <p:spPr>
            <a:xfrm rot="0" flipH="false" flipV="false">
              <a:off x="3009900" y="3916362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C00000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sx="100000" sy="100000" algn="tl" rotWithShape="false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false" anchor="ctr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sp>
          <p:nvSpPr>
            <p:cNvPr id="168" name="AutoShape 5"/>
            <p:cNvSpPr/>
            <p:nvPr/>
          </p:nvSpPr>
          <p:spPr>
            <a:xfrm rot="0" flipH="false" flipV="false">
              <a:off x="2971800" y="4857482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2000" b="tru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Noto Sans SC"/>
                  <a:sym typeface="Noto Sans SC"/>
                </a:rPr>
                <a:t>资金类问题</a:t>
              </a:r>
              <a:endParaRPr/>
            </a:p>
          </p:txBody>
        </p:sp>
        <p:sp>
          <p:nvSpPr>
            <p:cNvPr id="169" name="AutoShape 6"/>
            <p:cNvSpPr/>
            <p:nvPr/>
          </p:nvSpPr>
          <p:spPr>
            <a:xfrm rot="0" flipH="false" flipV="false">
              <a:off x="3111500" y="5301982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1600" b="tru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偷盗</a:t>
              </a:r>
              <a:r>
                <a:rPr lang="en-US" sz="1600" b="tru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1600" b="tru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少付漏付错付</a:t>
              </a:r>
              <a:endParaRPr/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↓</a:t>
              </a:r>
              <a:endParaRPr lang="en-US" sz="1600" b="fals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备注转人工</a:t>
              </a:r>
              <a:endParaRPr lang="en-US" sz="1600" b="false" i="false" u="none" strike="noStrike">
                <a:solidFill>
                  <a:srgbClr val="7F8C8D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</p:txBody>
        </p:sp>
      </p:grpSp>
      <p:grpSp>
        <p:nvGrpSpPr>
          <p:cNvPr id="170" name=""/>
          <p:cNvGrpSpPr/>
          <p:nvPr/>
        </p:nvGrpSpPr>
        <p:grpSpPr>
          <a:xfrm rot="0" flipH="false" flipV="false">
            <a:off x="508000" y="1388671"/>
            <a:ext cx="2032000" cy="2286000"/>
            <a:chOff x="762000" y="1397000"/>
            <a:chExt cx="2032000" cy="2286000"/>
          </a:xfrm>
        </p:grpSpPr>
        <p:sp>
          <p:nvSpPr>
            <p:cNvPr id="171" name="AutoShape 3"/>
            <p:cNvSpPr/>
            <p:nvPr/>
          </p:nvSpPr>
          <p:spPr>
            <a:xfrm rot="0">
              <a:off x="762000" y="139700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sx="100000" sy="100000" algn="tl" rotWithShape="false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false" anchor="ctr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pic>
          <p:nvPicPr>
            <p:cNvPr id="172" name="Picture 8"/>
            <p:cNvPicPr>
              <a:picLocks noChangeAspect="true"/>
            </p:cNvPicPr>
            <p:nvPr/>
          </p:nvPicPr>
          <p:blipFill>
            <a:blip r:embed="rId5">
              <a:alphaModFix amt="100000"/>
              <a:extLst>
                <a:ext uri="">
                  <a14:imgProps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  <a:ext uri="{96DAC541-7B7A-43D3-8B79-37D633B846F1}">
                  <asvg:svgBlip r:embed="rId6"/>
                </a:ext>
              </a:extLst>
            </a:blip>
            <a:srcRect l="0" t="0" r="0" b="0"/>
            <a:stretch>
              <a:fillRect/>
            </a:stretch>
          </p:blipFill>
          <p:spPr>
            <a:xfrm rot="0" flipH="false" flipV="false">
              <a:off x="1422400" y="1625600"/>
              <a:ext cx="609600" cy="609600"/>
            </a:xfrm>
            <a:prstGeom prst="rect">
              <a:avLst/>
            </a:prstGeom>
            <a:ln/>
          </p:spPr>
        </p:pic>
        <p:sp>
          <p:nvSpPr>
            <p:cNvPr id="173" name="AutoShape 10"/>
            <p:cNvSpPr/>
            <p:nvPr/>
          </p:nvSpPr>
          <p:spPr>
            <a:xfrm rot="0" flipH="false" flipV="false">
              <a:off x="838200" y="2782619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磕伤碰伤</a:t>
              </a:r>
              <a:r>
                <a:rPr lang="en-US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/</a:t>
              </a:r>
              <a:r>
                <a:rPr lang="zh-CN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摔倒</a:t>
              </a:r>
              <a:endParaRPr/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C0392B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↓</a:t>
              </a:r>
              <a:endParaRPr lang="en-US" sz="1600" b="fals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7F8C8D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备注转人工</a:t>
              </a:r>
              <a:endParaRPr lang="en-US" sz="1600" b="false" i="false" u="none" strike="noStrike">
                <a:solidFill>
                  <a:srgbClr val="7F8C8D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</p:txBody>
        </p:sp>
      </p:grpSp>
      <p:grpSp>
        <p:nvGrpSpPr>
          <p:cNvPr id="174" name=""/>
          <p:cNvGrpSpPr/>
          <p:nvPr/>
        </p:nvGrpSpPr>
        <p:grpSpPr>
          <a:xfrm rot="0" flipH="false" flipV="false">
            <a:off x="508000" y="3872181"/>
            <a:ext cx="2032000" cy="2286000"/>
            <a:chOff x="711200" y="3873500"/>
            <a:chExt cx="2032000" cy="2286000"/>
          </a:xfrm>
        </p:grpSpPr>
        <p:sp>
          <p:nvSpPr>
            <p:cNvPr id="175" name="AutoShape 7"/>
            <p:cNvSpPr/>
            <p:nvPr/>
          </p:nvSpPr>
          <p:spPr>
            <a:xfrm rot="0" flipH="false" flipV="false">
              <a:off x="711200" y="387350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C00000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sx="100000" sy="100000" algn="tl" rotWithShape="false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false" anchor="ctr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sp>
          <p:nvSpPr>
            <p:cNvPr id="176" name="AutoShape 9"/>
            <p:cNvSpPr/>
            <p:nvPr/>
          </p:nvSpPr>
          <p:spPr>
            <a:xfrm rot="0" flipH="false" flipV="false">
              <a:off x="711200" y="4808930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2000" b="tru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Noto Sans SC"/>
                  <a:sym typeface="Noto Sans SC"/>
                </a:rPr>
                <a:t>顾客需求</a:t>
              </a:r>
              <a:endParaRPr/>
            </a:p>
          </p:txBody>
        </p:sp>
        <p:sp>
          <p:nvSpPr>
            <p:cNvPr id="177" name="AutoShape 10"/>
            <p:cNvSpPr/>
            <p:nvPr/>
          </p:nvSpPr>
          <p:spPr>
            <a:xfrm rot="0" flipH="false" flipV="false">
              <a:off x="838200" y="5207000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Microsoft YaHei"/>
                </a:defRPr>
              </a:pPr>
              <a:r>
                <a:rPr lang="zh-CN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顾客特殊需求</a:t>
              </a:r>
              <a:endParaRPr/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↓</a:t>
              </a:r>
              <a:endParaRPr lang="en-US" sz="1600" b="false" i="false" u="none" strike="noStrike">
                <a:solidFill>
                  <a:srgbClr val="C0392B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false" i="false" u="none" strike="noStrike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  <a:sym typeface="Noto Sans SC"/>
                </a:rPr>
                <a:t>备注转人工</a:t>
              </a:r>
              <a:endParaRPr lang="en-US" sz="1600" b="false" i="false" u="none" strike="noStrike">
                <a:solidFill>
                  <a:srgbClr val="7F8C8D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Noto Sans SC"/>
              </a:endParaRPr>
            </a:p>
          </p:txBody>
        </p:sp>
        <p:sp>
          <p:nvSpPr>
            <p:cNvPr id="178" name=""/>
            <p:cNvSpPr/>
            <p:nvPr/>
          </p:nvSpPr>
          <p:spPr>
            <a:xfrm rot="0" flipH="false" flipV="false">
              <a:off x="1447800" y="4109110"/>
              <a:ext cx="558800" cy="508000"/>
            </a:xfrm>
            <a:prstGeom prst="smileyFace">
              <a:avLst/>
            </a:prstGeom>
            <a:solidFill>
              <a:srgbClr val="FFFFFF">
                <a:alpha val="100000"/>
              </a:srgbClr>
            </a:solidFill>
            <a:ln w="9525">
              <a:solidFill>
                <a:srgbClr val="5c5c5c">
                  <a:alpha val="100000"/>
                </a:srgbClr>
              </a:solidFill>
            </a:ln>
          </p:spPr>
          <p:txBody>
            <a:bodyPr anchor="ctr"/>
            <a:p>
              <a:pPr algn="ctr"/>
              <a:endParaRPr/>
            </a:p>
          </p:txBody>
        </p:sp>
      </p:grpSp>
      <p:sp>
        <p:nvSpPr>
          <p:cNvPr id="179" name=""/>
          <p:cNvSpPr txBox="true"/>
          <p:nvPr/>
        </p:nvSpPr>
        <p:spPr>
          <a:xfrm rot="0" flipH="false" flipV="false">
            <a:off x="914400" y="2259940"/>
            <a:ext cx="1778000" cy="450850"/>
          </a:xfrm>
          <a:prstGeom prst="rect">
            <a:avLst/>
          </a:prstGeom>
          <a:ln/>
        </p:spPr>
        <p:txBody>
          <a:bodyPr>
            <a:spAutoFit/>
          </a:bodyPr>
          <a:p>
            <a:pPr/>
            <a:r>
              <a:rPr lang="zh-CN" b="true">
                <a:solidFill>
                  <a:srgbClr val="000000">
                    <a:alpha val="100000"/>
                  </a:srgbClr>
                </a:solidFill>
                <a:hlinkClick r:id="rId7">
                  <a:extLst>
                    <a:ext uri="">
                      <ahyp:hlinkClr val="tx"/>
                    </a:ext>
                  </a:extLst>
                </a:hlinkClick>
              </a:rPr>
              <a:t>人身安全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false" flipV="false">
            <a:off x="3476558" y="4100587"/>
            <a:ext cx="577983" cy="522408"/>
          </a:xfrm>
          <a:prstGeom prst="quadArrowCallou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  <a:endParaRPr/>
          </a:p>
        </p:txBody>
      </p:sp>
      <p:sp>
        <p:nvSpPr>
          <p:cNvPr id="181" name=""/>
          <p:cNvSpPr/>
          <p:nvPr/>
        </p:nvSpPr>
        <p:spPr>
          <a:xfrm rot="0" flipH="false" flipV="false">
            <a:off x="5789554" y="4154026"/>
            <a:ext cx="511293" cy="461765"/>
          </a:xfrm>
          <a:prstGeom prst="chevron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矩形 60"/>
          <p:cNvSpPr/>
          <p:nvPr/>
        </p:nvSpPr>
        <p:spPr>
          <a:xfrm rot="0" flipH="false" flipV="false">
            <a:off x="0" y="0"/>
            <a:ext cx="12192000" cy="3080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184" name="矩形: 圆角 24"/>
          <p:cNvSpPr/>
          <p:nvPr/>
        </p:nvSpPr>
        <p:spPr>
          <a:xfrm>
            <a:off x="695325" y="168792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5" name="矩形 27"/>
          <p:cNvSpPr/>
          <p:nvPr/>
        </p:nvSpPr>
        <p:spPr>
          <a:xfrm>
            <a:off x="902216" y="252088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false" anchor="t" anchorCtr="false">
            <a:noAutofit/>
          </a:bodyPr>
          <a:p>
            <a:pPr>
              <a:lnSpc>
                <a:spcPct val="15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指顾客在店内实施的盗窃行为，包括趁无人注意将商品藏匿带走的小型偷盗，以及在店门口实施的倚门盗抢行为的场景。</a:t>
            </a:r>
            <a:endParaRPr/>
          </a:p>
        </p:txBody>
      </p:sp>
      <p:sp>
        <p:nvSpPr>
          <p:cNvPr id="186" name="矩形 28"/>
          <p:cNvSpPr/>
          <p:nvPr/>
        </p:nvSpPr>
        <p:spPr>
          <a:xfrm>
            <a:off x="902215" y="187682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p>
            <a:pPr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true">
                <a:solidFill>
                  <a:schemeClr val="accent1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偷盗</a:t>
            </a:r>
            <a:endParaRPr/>
          </a:p>
        </p:txBody>
      </p:sp>
      <p:sp>
        <p:nvSpPr>
          <p:cNvPr id="187" name="矩形 29"/>
          <p:cNvSpPr/>
          <p:nvPr/>
        </p:nvSpPr>
        <p:spPr>
          <a:xfrm>
            <a:off x="3080874" y="187682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false" anchor="ctr" anchorCtr="false">
            <a:noAutofit/>
          </a:bodyPr>
          <a:p>
            <a:pPr algn="r">
              <a:spcBef>
                <a:spcPct val="1"/>
              </a:spcBef>
              <a:spcAft>
                <a:spcPct val="1"/>
              </a:spcAft>
              <a:buClr>
                <a:schemeClr val="accent1"/>
              </a:buClr>
              <a:buSzPct val="70000"/>
            </a:pPr>
            <a:r>
              <a:rPr lang="en-US" altLang="zh-CN" sz="3200" b="true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en-US" altLang="zh-CN" sz="3200" b="true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88" name="矩形: 圆角 17"/>
          <p:cNvSpPr/>
          <p:nvPr/>
        </p:nvSpPr>
        <p:spPr>
          <a:xfrm>
            <a:off x="4444347" y="168792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9" name="矩形 31"/>
          <p:cNvSpPr/>
          <p:nvPr/>
        </p:nvSpPr>
        <p:spPr>
          <a:xfrm>
            <a:off x="4651238" y="252088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false" anchor="t" anchorCtr="false">
            <a:noAutofit/>
          </a:bodyPr>
          <a:p>
            <a:pPr>
              <a:lnSpc>
                <a:spcPct val="15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指顾客在结账时未足额支付应付金额，常见于购买多件商品时，部分商品未被扫码计费或顾客故意少付，导致实际支付金额低于商品总价的场景。</a:t>
            </a:r>
            <a:endParaRPr/>
          </a:p>
        </p:txBody>
      </p:sp>
      <p:sp>
        <p:nvSpPr>
          <p:cNvPr id="190" name="矩形 32"/>
          <p:cNvSpPr/>
          <p:nvPr/>
        </p:nvSpPr>
        <p:spPr>
          <a:xfrm>
            <a:off x="4651237" y="187682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p>
            <a:pPr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true">
                <a:solidFill>
                  <a:schemeClr val="accent2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少付漏付</a:t>
            </a:r>
            <a:endParaRPr/>
          </a:p>
        </p:txBody>
      </p:sp>
      <p:sp>
        <p:nvSpPr>
          <p:cNvPr id="191" name="矩形 33"/>
          <p:cNvSpPr/>
          <p:nvPr/>
        </p:nvSpPr>
        <p:spPr>
          <a:xfrm>
            <a:off x="6829896" y="1876826"/>
            <a:ext cx="727647" cy="590722"/>
          </a:xfrm>
          <a:prstGeom prst="rect">
            <a:avLst/>
          </a:prstGeom>
          <a:noFill/>
        </p:spPr>
        <p:txBody>
          <a:bodyPr wrap="none" lIns="0" tIns="0" rIns="0" bIns="0" rtlCol="false" anchor="ctr" anchorCtr="false">
            <a:noAutofit/>
          </a:bodyPr>
          <a:p>
            <a:pPr algn="r">
              <a:spcBef>
                <a:spcPct val="1"/>
              </a:spcBef>
              <a:spcAft>
                <a:spcPct val="1"/>
              </a:spcAft>
              <a:buClr>
                <a:schemeClr val="accent1"/>
              </a:buClr>
              <a:buSzPct val="70000"/>
            </a:pPr>
            <a:r>
              <a:rPr lang="en-US" altLang="zh-CN" sz="3200" b="true">
                <a:solidFill>
                  <a:schemeClr val="accent2"/>
                </a:solidFill>
                <a:latin typeface="+mn-ea"/>
                <a:cs typeface="+mn-ea"/>
              </a:rPr>
              <a:t>02</a:t>
            </a:r>
            <a:endParaRPr lang="en-US" altLang="zh-CN" sz="3200" b="true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92" name="矩形: 圆角 22"/>
          <p:cNvSpPr/>
          <p:nvPr/>
        </p:nvSpPr>
        <p:spPr>
          <a:xfrm>
            <a:off x="8184305" y="168792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3" name="矩形 35"/>
          <p:cNvSpPr/>
          <p:nvPr/>
        </p:nvSpPr>
        <p:spPr>
          <a:xfrm rot="0" flipH="false" flipV="false">
            <a:off x="8399585" y="2520881"/>
            <a:ext cx="3104804" cy="1131470"/>
          </a:xfrm>
          <a:prstGeom prst="rect">
            <a:avLst/>
          </a:prstGeom>
          <a:noFill/>
        </p:spPr>
        <p:txBody>
          <a:bodyPr wrap="square" lIns="0" tIns="0" rIns="0" bIns="0" rtlCol="false" anchor="t" anchorCtr="false">
            <a:noAutofit/>
          </a:bodyPr>
          <a:p>
            <a:pPr>
              <a:lnSpc>
                <a:spcPct val="15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指顾客在店内因自身操作不当或行为失误，导致商品损坏，责任归属于顾客本人的场景。</a:t>
            </a:r>
            <a:endParaRPr/>
          </a:p>
        </p:txBody>
      </p:sp>
      <p:sp>
        <p:nvSpPr>
          <p:cNvPr id="194" name="矩形 36"/>
          <p:cNvSpPr/>
          <p:nvPr/>
        </p:nvSpPr>
        <p:spPr>
          <a:xfrm>
            <a:off x="8391195" y="187682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p>
            <a:pPr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true">
                <a:solidFill>
                  <a:schemeClr val="accent3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因个人原因造成的商品破损</a:t>
            </a:r>
            <a:endParaRPr/>
          </a:p>
        </p:txBody>
      </p:sp>
      <p:sp>
        <p:nvSpPr>
          <p:cNvPr id="195" name="矩形 37"/>
          <p:cNvSpPr/>
          <p:nvPr/>
        </p:nvSpPr>
        <p:spPr>
          <a:xfrm>
            <a:off x="10569854" y="187682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false" anchor="ctr" anchorCtr="false">
            <a:noAutofit/>
          </a:bodyPr>
          <a:p>
            <a:pPr algn="r">
              <a:spcBef>
                <a:spcPct val="1"/>
              </a:spcBef>
              <a:spcAft>
                <a:spcPct val="1"/>
              </a:spcAft>
              <a:buClr>
                <a:schemeClr val="accent1"/>
              </a:buClr>
              <a:buSzPct val="70000"/>
            </a:pPr>
            <a:r>
              <a:rPr lang="en-US" altLang="zh-CN" sz="3200" b="true">
                <a:solidFill>
                  <a:schemeClr val="accent3"/>
                </a:solidFill>
                <a:latin typeface="+mn-ea"/>
                <a:cs typeface="+mn-ea"/>
              </a:rPr>
              <a:t>03</a:t>
            </a:r>
            <a:endParaRPr lang="en-US" altLang="zh-CN" sz="3200" b="true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96" name="矩形: 圆角 39"/>
          <p:cNvSpPr/>
          <p:nvPr/>
        </p:nvSpPr>
        <p:spPr>
          <a:xfrm rot="0" flipH="false" flipV="false">
            <a:off x="4444347" y="411693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7" name="矩形 38"/>
          <p:cNvSpPr/>
          <p:nvPr/>
        </p:nvSpPr>
        <p:spPr>
          <a:xfrm rot="0" flipH="false" flipV="false">
            <a:off x="4651238" y="494989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false" anchor="t" anchorCtr="false">
            <a:noAutofit/>
          </a:bodyPr>
          <a:p>
            <a:pPr>
              <a:lnSpc>
                <a:spcPct val="15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指顾客在结账过程中发生重复支付的情况，包括同一订单被多次扣款，或同一商品被重复扫码计费，导致实际支付金额超出应付金额的场景。</a:t>
            </a:r>
            <a:endParaRPr/>
          </a:p>
        </p:txBody>
      </p:sp>
      <p:sp>
        <p:nvSpPr>
          <p:cNvPr id="198" name="矩形 40"/>
          <p:cNvSpPr/>
          <p:nvPr/>
        </p:nvSpPr>
        <p:spPr>
          <a:xfrm rot="0" flipH="false" flipV="false">
            <a:off x="4651237" y="430583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p>
            <a:pPr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true">
                <a:solidFill>
                  <a:schemeClr val="accent4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多付</a:t>
            </a:r>
            <a:endParaRPr/>
          </a:p>
        </p:txBody>
      </p:sp>
      <p:sp>
        <p:nvSpPr>
          <p:cNvPr id="199" name="矩形 41"/>
          <p:cNvSpPr/>
          <p:nvPr/>
        </p:nvSpPr>
        <p:spPr>
          <a:xfrm rot="0" flipH="false" flipV="false">
            <a:off x="6829896" y="430583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false" anchor="ctr" anchorCtr="false">
            <a:noAutofit/>
          </a:bodyPr>
          <a:p>
            <a:pPr algn="r"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en-US" sz="3200" b="true">
                <a:solidFill>
                  <a:schemeClr val="accent4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05</a:t>
            </a:r>
            <a:endParaRPr/>
          </a:p>
        </p:txBody>
      </p:sp>
      <p:sp>
        <p:nvSpPr>
          <p:cNvPr id="200" name="矩形: 圆角 44"/>
          <p:cNvSpPr/>
          <p:nvPr/>
        </p:nvSpPr>
        <p:spPr>
          <a:xfrm rot="0" flipH="false" flipV="false">
            <a:off x="696000" y="411693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1" name="矩形 42"/>
          <p:cNvSpPr/>
          <p:nvPr/>
        </p:nvSpPr>
        <p:spPr>
          <a:xfrm rot="0" flipH="false" flipV="false">
            <a:off x="902891" y="494989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false" anchor="t" anchorCtr="false">
            <a:noAutofit/>
          </a:bodyPr>
          <a:p>
            <a:pPr>
              <a:lnSpc>
                <a:spcPct val="15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指顾客在未购买的情况下，擅自拆开商品包装，影响商品二次销售的行为；或顾客拆包整条香烟，需转接二线查看重点关注。</a:t>
            </a:r>
            <a:endParaRPr/>
          </a:p>
          <a:p>
            <a:pPr>
              <a:lnSpc>
                <a:spcPct val="150000"/>
              </a:lnSpc>
              <a:spcBef>
                <a:spcPct val="1"/>
              </a:spcBef>
              <a:spcAft>
                <a:spcPct val="1"/>
              </a:spcAft>
            </a:pPr>
            <a:br>
              <a:rPr/>
            </a:br>
            <a:endParaRPr/>
          </a:p>
        </p:txBody>
      </p:sp>
      <p:sp>
        <p:nvSpPr>
          <p:cNvPr id="202" name="矩形 43"/>
          <p:cNvSpPr/>
          <p:nvPr/>
        </p:nvSpPr>
        <p:spPr>
          <a:xfrm rot="0" flipH="false" flipV="false">
            <a:off x="902890" y="430583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p>
            <a:pPr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true">
                <a:solidFill>
                  <a:schemeClr val="accent5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拆封商品</a:t>
            </a:r>
            <a:endParaRPr/>
          </a:p>
        </p:txBody>
      </p:sp>
      <p:sp>
        <p:nvSpPr>
          <p:cNvPr id="203" name="矩形 45"/>
          <p:cNvSpPr/>
          <p:nvPr/>
        </p:nvSpPr>
        <p:spPr>
          <a:xfrm rot="0" flipH="false" flipV="false">
            <a:off x="3081549" y="4305836"/>
            <a:ext cx="727647" cy="590722"/>
          </a:xfrm>
          <a:prstGeom prst="rect">
            <a:avLst/>
          </a:prstGeom>
          <a:noFill/>
        </p:spPr>
        <p:txBody>
          <a:bodyPr wrap="none" lIns="0" tIns="0" rIns="0" bIns="0" rtlCol="false" anchor="ctr" anchorCtr="false">
            <a:noAutofit/>
          </a:bodyPr>
          <a:p>
            <a:pPr algn="r"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en-US" sz="3200" b="true">
                <a:solidFill>
                  <a:schemeClr val="accent5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04</a:t>
            </a:r>
            <a:endParaRPr/>
          </a:p>
        </p:txBody>
      </p:sp>
      <p:sp>
        <p:nvSpPr>
          <p:cNvPr id="204" name="矩形: 圆角 49"/>
          <p:cNvSpPr/>
          <p:nvPr/>
        </p:nvSpPr>
        <p:spPr>
          <a:xfrm>
            <a:off x="8175916" y="411693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5" name="矩形 46"/>
          <p:cNvSpPr/>
          <p:nvPr/>
        </p:nvSpPr>
        <p:spPr>
          <a:xfrm>
            <a:off x="8382807" y="494989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false" anchor="t" anchorCtr="false">
            <a:noAutofit/>
          </a:bodyPr>
          <a:p>
            <a:pPr>
              <a:lnSpc>
                <a:spcPct val="15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指顾客在购物过程中涉及购物袋使用的相关事件，如未付费使用带条码购物袋或主动询问购物袋是否收费。</a:t>
            </a:r>
            <a:br>
              <a:rPr/>
            </a:br>
            <a:endParaRPr/>
          </a:p>
        </p:txBody>
      </p:sp>
      <p:sp>
        <p:nvSpPr>
          <p:cNvPr id="206" name="矩形 47"/>
          <p:cNvSpPr/>
          <p:nvPr/>
        </p:nvSpPr>
        <p:spPr>
          <a:xfrm>
            <a:off x="8382806" y="430583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false" anchor="ctr" anchorCtr="false">
            <a:noAutofit/>
          </a:bodyPr>
          <a:p>
            <a:pPr>
              <a:spcBef>
                <a:spcPct val="1"/>
              </a:spcBef>
              <a:spcAft>
                <a:spcPct val="1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true">
                <a:solidFill>
                  <a:schemeClr val="accent6">
                    <a:alpha val="100000"/>
                  </a:schemeClr>
                </a:solidFill>
                <a:latin typeface="苹方-简"/>
                <a:ea typeface="Microsoft YaHei"/>
                <a:cs typeface="苹方-简"/>
              </a:rPr>
              <a:t>购物袋</a:t>
            </a:r>
            <a:endParaRPr/>
          </a:p>
        </p:txBody>
      </p:sp>
      <p:sp>
        <p:nvSpPr>
          <p:cNvPr id="207" name="矩形 48"/>
          <p:cNvSpPr/>
          <p:nvPr/>
        </p:nvSpPr>
        <p:spPr>
          <a:xfrm>
            <a:off x="10561465" y="430583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false" anchor="ctr" anchorCtr="false">
            <a:noAutofit/>
          </a:bodyPr>
          <a:p>
            <a:pPr algn="r">
              <a:spcBef>
                <a:spcPct val="1"/>
              </a:spcBef>
              <a:spcAft>
                <a:spcPct val="1"/>
              </a:spcAft>
              <a:buClr>
                <a:schemeClr val="accent1"/>
              </a:buClr>
              <a:buSzPct val="70000"/>
            </a:pPr>
            <a:r>
              <a:rPr lang="en-US" altLang="zh-CN" sz="3200" b="true">
                <a:solidFill>
                  <a:schemeClr val="accent6"/>
                </a:solidFill>
                <a:latin typeface="+mn-ea"/>
                <a:cs typeface="+mn-ea"/>
              </a:rPr>
              <a:t>06</a:t>
            </a:r>
            <a:endParaRPr lang="en-US" altLang="zh-CN" sz="3200" b="true">
              <a:solidFill>
                <a:schemeClr val="accent6"/>
              </a:solidFill>
              <a:latin typeface="+mn-ea"/>
              <a:cs typeface="+mn-ea"/>
            </a:endParaRPr>
          </a:p>
        </p:txBody>
      </p:sp>
      <p:sp>
        <p:nvSpPr>
          <p:cNvPr id="208" name=""/>
          <p:cNvSpPr txBox="true"/>
          <p:nvPr/>
        </p:nvSpPr>
        <p:spPr>
          <a:xfrm rot="0" flipH="false" flipV="false">
            <a:off x="266925" y="251840"/>
            <a:ext cx="53721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800" b="true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客服直接转交二线</a:t>
            </a:r>
            <a:r>
              <a:rPr lang="en-US" sz="2800" b="true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-</a:t>
            </a:r>
            <a:r>
              <a:rPr lang="zh-CN" sz="2800" b="true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资金问题场景</a:t>
            </a:r>
            <a:endParaRPr/>
          </a:p>
        </p:txBody>
      </p:sp>
      <p:pic>
        <p:nvPicPr>
          <p:cNvPr id="209" name="图片 3" descr="h备份@1x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"/>
          <p:cNvGraphicFramePr/>
          <p:nvPr/>
        </p:nvGraphicFramePr>
        <p:xfrm rot="0" flipH="false" flipV="false">
          <a:off x="635000" y="1096073"/>
          <a:ext cx="10922000" cy="412115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val="1"/>
                    </a:ext>
                  </a:extLst>
                </a:gridCol>
                <a:gridCol w="584200">
                  <a:extLst>
                    <a:ext uri="{9D8B030D-6E8A-4147-A177-3AD203B41FA5}">
                      <a16:colId val="2"/>
                    </a:ext>
                  </a:extLst>
                </a:gridCol>
                <a:gridCol w="1066800">
                  <a:extLst>
                    <a:ext uri="{9D8B030D-6E8A-4147-A177-3AD203B41FA5}">
                      <a16:colId val="3"/>
                    </a:ext>
                  </a:extLst>
                </a:gridCol>
                <a:gridCol w="374650">
                  <a:extLst>
                    <a:ext uri="{9D8B030D-6E8A-4147-A177-3AD203B41FA5}">
                      <a16:colId val="4"/>
                    </a:ext>
                  </a:extLst>
                </a:gridCol>
                <a:gridCol w="5937250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04800">
                <a:tc gridSpan="5">
                  <a:txBody>
                    <a:bodyPr anchor="ctr"/>
                    <a:p>
                      <a:pPr algn="ctr"/>
                      <a:r>
                        <a:rPr/>
                        <a:t>处理思路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04800">
                <a:tc gridSpan="4"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场景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FC000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思路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04800">
                <a:tc rowSpan="2"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偷盗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店内小型偷盗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锁门</a:t>
                      </a:r>
                      <a:r>
                        <a:rPr sz="1600" b="true">
                          <a:latin typeface="Microsoft YaHei"/>
                          <a:ea typeface="Microsoft YaHei"/>
                        </a:rPr>
                        <a:t>-复制店铺信息-备注信息-转交二线-上报班长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04800">
                <a:tc v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gridSpan="3"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倚门盗抢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latin typeface="Microsoft YaHei"/>
                          <a:ea typeface="Microsoft YaHei"/>
                        </a:rPr>
                        <a:t>复制店铺信息-备注信息-转交二线-上报班长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04800"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少付漏付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常发生在购买多件商品时在付款处少付、漏付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锁门</a:t>
                      </a:r>
                      <a:r>
                        <a:rPr sz="1600" b="true">
                          <a:latin typeface="Microsoft YaHei"/>
                          <a:ea typeface="Microsoft YaHei"/>
                        </a:rPr>
                        <a:t>-转交二线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4800"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因个人原因造成的商品破损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商品破损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rowSpan="2">
                  <a:txBody>
                    <a:bodyPr vert="horz" anchor="ctr"/>
                    <a:p>
                      <a:pPr algn="ctr"/>
                      <a:r>
                        <a:rPr sz="1600" b="true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锁门</a:t>
                      </a:r>
                      <a:r>
                        <a:rPr sz="1600" b="true">
                          <a:latin typeface="Microsoft YaHei"/>
                          <a:ea typeface="Microsoft YaHei"/>
                        </a:rPr>
                        <a:t>-备注信息-转交二线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4800">
                <a:tc>
                  <a:txBody>
                    <a:bodyPr vert="horz" anchor="ctr"/>
                    <a:lstStyle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拆封商品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lang="en-US" sz="1600"/>
                        <a:t>/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 anchor="ctr"/>
                    <a:lstStyle/>
                    <a:p>
                      <a:pPr algn="ctr"/>
                      <a:endParaRPr sz="1400" b="true">
                        <a:solidFill>
                          <a:srgbClr val="000000">
                            <a:alpha val="100000"/>
                          </a:srgbClr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 anchor="ctr"/>
                    <a:lstStyle/>
                    <a:p>
                      <a:pPr algn="ctr"/>
                      <a:endParaRPr sz="1400" b="true">
                        <a:solidFill>
                          <a:srgbClr val="000000">
                            <a:alpha val="100000"/>
                          </a:srgbClr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vMerge="true">
                  <a:txBody>
                    <a:bodyPr vert="horz" anchor="ctr"/>
                    <a:lstStyle/>
                    <a:p>
                      <a:pPr algn="ctr"/>
                      <a:endParaRPr sz="1400" b="true">
                        <a:latin typeface="Microsoft YaHei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04800"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多付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 anchor="ctr"/>
                    <a:p>
                      <a:pPr algn="ctr"/>
                      <a:r>
                        <a:rPr sz="1600" b="true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订单重复支付</a:t>
                      </a:r>
                      <a:endParaRPr/>
                    </a:p>
                    <a:p>
                      <a:pPr algn="ctr"/>
                      <a:r>
                        <a:rPr sz="1600" b="true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</a:rPr>
                        <a:t>商品重复扫码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rowSpan="2">
                  <a:txBody>
                    <a:bodyPr vert="horz" anchor="ctr"/>
                    <a:p>
                      <a:pPr algn="ctr"/>
                      <a:r>
                        <a:rPr sz="1600" b="true">
                          <a:latin typeface="Microsoft YaHei"/>
                          <a:ea typeface="Microsoft YaHei"/>
                        </a:rPr>
                        <a:t>备注信息-转交二线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04800">
                <a:tc>
                  <a:txBody>
                    <a:bodyPr vert="horz" anchor="ctr"/>
                    <a:p>
                      <a:pPr algn="ctr"/>
                      <a:r>
                        <a:rPr sz="1600" b="true">
                          <a:highlight>
                            <a:srgbClr val="F2F2F2">
                              <a:alpha val="100000"/>
                            </a:srgbClr>
                          </a:highlight>
                          <a:latin typeface="Microsoft YaHei"/>
                          <a:ea typeface="Microsoft YaHei"/>
                        </a:rPr>
                        <a:t>购物袋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 anchor="ctr"/>
                    <a:p>
                      <a:pPr algn="ctr"/>
                      <a:r>
                        <a:rPr lang="en-US" sz="1600"/>
                        <a:t>/</a:t>
                      </a:r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true">
                  <a:txBody>
                    <a:bodyPr/>
                    <a:p/>
                  </a:txBody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vMerge="true">
                  <a:txBody>
                    <a:bodyPr vert="horz" anchor="ctr"/>
                    <a:p>
                      <a:pPr/>
                      <a:endParaRPr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212" name=""/>
          <p:cNvSpPr/>
          <p:nvPr/>
        </p:nvSpPr>
        <p:spPr>
          <a:xfrm rot="0" flipH="false" flipV="false">
            <a:off x="0" y="6450595"/>
            <a:ext cx="12212477" cy="407405"/>
          </a:xfrm>
          <a:prstGeom prst="rect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  <a:endParaRPr/>
          </a:p>
        </p:txBody>
      </p:sp>
      <p:sp>
        <p:nvSpPr>
          <p:cNvPr id="213" name=""/>
          <p:cNvSpPr txBox="true"/>
          <p:nvPr/>
        </p:nvSpPr>
        <p:spPr>
          <a:xfrm rot="0" flipH="false" flipV="false">
            <a:off x="266925" y="251840"/>
            <a:ext cx="60833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客服直接转交二线</a:t>
            </a: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-</a:t>
            </a: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资金问题处理思路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asvg="http://schemas.microsoft.com/office/drawing/2016/SVG/main" xmlns:p="http://schemas.openxmlformats.org/presentationml/2006/main" xmlns:r="http://schemas.openxmlformats.org/officeDocument/2006/relationships" xmlns:mc="http://schemas.openxmlformats.org/markup-compatibility/2006" mc:Ignorable="asvg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 txBox="true"/>
          <p:nvPr/>
        </p:nvSpPr>
        <p:spPr>
          <a:xfrm rot="0" flipH="false" flipV="false">
            <a:off x="176981" y="232286"/>
            <a:ext cx="46609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客服直接转交二线</a:t>
            </a: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-</a:t>
            </a: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顾客需求</a:t>
            </a:r>
            <a:endParaRPr/>
          </a:p>
        </p:txBody>
      </p:sp>
      <p:sp>
        <p:nvSpPr>
          <p:cNvPr id="216" name="AutoShape 3"/>
          <p:cNvSpPr/>
          <p:nvPr/>
        </p:nvSpPr>
        <p:spPr>
          <a:xfrm rot="0" flipH="false" flipV="false">
            <a:off x="1831630" y="1524000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false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pic>
        <p:nvPicPr>
          <p:cNvPr id="217" name="Picture 4"/>
          <p:cNvPicPr>
            <a:picLocks noChangeAspect="true"/>
          </p:cNvPicPr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false" flipV="false">
            <a:off x="2406305" y="1246505"/>
            <a:ext cx="912494" cy="912494"/>
          </a:xfrm>
          <a:prstGeom prst="rect">
            <a:avLst/>
          </a:prstGeom>
        </p:spPr>
      </p:pic>
      <p:sp>
        <p:nvSpPr>
          <p:cNvPr id="218" name="AutoShape 5"/>
          <p:cNvSpPr/>
          <p:nvPr/>
        </p:nvSpPr>
        <p:spPr>
          <a:xfrm rot="0" flipH="false" flipV="false">
            <a:off x="1831630" y="222250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333333"/>
                </a:solidFill>
                <a:latin typeface="微软雅黑" charset="0"/>
                <a:ea typeface="微软雅黑" charset="0"/>
                <a:cs typeface="Noto Sans SC"/>
                <a:sym typeface="Noto Sans SC"/>
              </a:rPr>
              <a:t>购买无码商品</a:t>
            </a:r>
            <a:endParaRPr lang="en-US" sz="1400" b="true" i="false" u="none" strike="noStrike">
              <a:solidFill>
                <a:srgbClr val="333333"/>
              </a:solidFill>
              <a:latin typeface="微软雅黑" charset="0"/>
              <a:ea typeface="微软雅黑" charset="0"/>
              <a:cs typeface="Noto Sans SC"/>
              <a:sym typeface="Noto Sans SC"/>
            </a:endParaRPr>
          </a:p>
        </p:txBody>
      </p:sp>
      <p:sp>
        <p:nvSpPr>
          <p:cNvPr id="219" name="AutoShape 6"/>
          <p:cNvSpPr/>
          <p:nvPr/>
        </p:nvSpPr>
        <p:spPr>
          <a:xfrm rot="0" flipH="false" flipV="false">
            <a:off x="2978690" y="3131388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false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pic>
        <p:nvPicPr>
          <p:cNvPr id="220" name="Picture 7"/>
          <p:cNvPicPr>
            <a:picLocks noChangeAspect="true"/>
          </p:cNvPicPr>
          <p:nvPr/>
        </p:nvPicPr>
        <p:blipFill>
          <a:blip r:embed="rId4"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false" flipV="false">
            <a:off x="3550191" y="2925648"/>
            <a:ext cx="904240" cy="904240"/>
          </a:xfrm>
          <a:prstGeom prst="rect">
            <a:avLst/>
          </a:prstGeom>
        </p:spPr>
      </p:pic>
      <p:sp>
        <p:nvSpPr>
          <p:cNvPr id="221" name="AutoShape 8"/>
          <p:cNvSpPr/>
          <p:nvPr/>
        </p:nvSpPr>
        <p:spPr>
          <a:xfrm rot="0" flipH="false" flipV="false">
            <a:off x="2978690" y="3829888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400" b="true" i="false" u="none" strike="noStrike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使用店内</a:t>
            </a:r>
            <a:r>
              <a:rPr lang="zh-CN" sz="1400" b="true" i="false" u="none" strike="noStrike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设备</a:t>
            </a:r>
            <a:r>
              <a:rPr lang="en-US" sz="1400" b="true" i="false" u="none" strike="noStrike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/设施</a:t>
            </a:r>
            <a:endParaRPr/>
          </a:p>
        </p:txBody>
      </p:sp>
      <p:sp>
        <p:nvSpPr>
          <p:cNvPr id="222" name="AutoShape 9"/>
          <p:cNvSpPr/>
          <p:nvPr/>
        </p:nvSpPr>
        <p:spPr>
          <a:xfrm rot="0" flipH="false" flipV="false">
            <a:off x="635000" y="3131388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false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pic>
        <p:nvPicPr>
          <p:cNvPr id="223" name="Picture 10"/>
          <p:cNvPicPr>
            <a:picLocks noChangeAspect="true"/>
          </p:cNvPicPr>
          <p:nvPr/>
        </p:nvPicPr>
        <p:blipFill>
          <a:blip r:embed="rId6"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false" flipV="false">
            <a:off x="1202689" y="2862784"/>
            <a:ext cx="889635" cy="889635"/>
          </a:xfrm>
          <a:prstGeom prst="rect">
            <a:avLst/>
          </a:prstGeom>
        </p:spPr>
      </p:pic>
      <p:sp>
        <p:nvSpPr>
          <p:cNvPr id="224" name="AutoShape 11"/>
          <p:cNvSpPr/>
          <p:nvPr/>
        </p:nvSpPr>
        <p:spPr>
          <a:xfrm rot="0" flipH="false" flipV="false">
            <a:off x="635000" y="3829888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zh-CN" sz="1400" b="true" i="false" u="none" strike="noStrike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店内活动</a:t>
            </a:r>
            <a:endParaRPr/>
          </a:p>
        </p:txBody>
      </p:sp>
      <p:sp>
        <p:nvSpPr>
          <p:cNvPr id="225" name="AutoShape 12"/>
          <p:cNvSpPr/>
          <p:nvPr/>
        </p:nvSpPr>
        <p:spPr>
          <a:xfrm rot="0" flipH="false" flipV="false">
            <a:off x="2978690" y="4867780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false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pic>
        <p:nvPicPr>
          <p:cNvPr id="226" name="Picture 13"/>
          <p:cNvPicPr>
            <a:picLocks noChangeAspect="true"/>
          </p:cNvPicPr>
          <p:nvPr/>
        </p:nvPicPr>
        <p:blipFill>
          <a:blip r:embed="rId8"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false" flipV="false">
            <a:off x="3584480" y="4590286"/>
            <a:ext cx="912494" cy="912494"/>
          </a:xfrm>
          <a:prstGeom prst="rect">
            <a:avLst/>
          </a:prstGeom>
        </p:spPr>
      </p:pic>
      <p:sp>
        <p:nvSpPr>
          <p:cNvPr id="227" name="AutoShape 14"/>
          <p:cNvSpPr/>
          <p:nvPr/>
        </p:nvSpPr>
        <p:spPr>
          <a:xfrm rot="0" flipH="false" flipV="false">
            <a:off x="2978690" y="556628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333333"/>
                </a:solidFill>
                <a:latin typeface="微软雅黑" charset="0"/>
                <a:ea typeface="微软雅黑" charset="0"/>
                <a:cs typeface="Noto Sans SC"/>
                <a:sym typeface="Noto Sans SC"/>
              </a:rPr>
              <a:t>二次进店反馈</a:t>
            </a:r>
            <a:endParaRPr lang="en-US" sz="1400" b="true" i="false" u="none" strike="noStrike">
              <a:solidFill>
                <a:srgbClr val="333333"/>
              </a:solidFill>
              <a:latin typeface="微软雅黑" charset="0"/>
              <a:ea typeface="微软雅黑" charset="0"/>
              <a:cs typeface="Noto Sans SC"/>
              <a:sym typeface="Noto Sans SC"/>
            </a:endParaRPr>
          </a:p>
        </p:txBody>
      </p:sp>
      <p:sp>
        <p:nvSpPr>
          <p:cNvPr id="228" name="AutoShape 18"/>
          <p:cNvSpPr/>
          <p:nvPr/>
        </p:nvSpPr>
        <p:spPr>
          <a:xfrm rot="0" flipH="false" flipV="false">
            <a:off x="6611076" y="1013996"/>
            <a:ext cx="3048000" cy="762000"/>
          </a:xfrm>
          <a:prstGeom prst="roundRect">
            <a:avLst>
              <a:gd name="adj" fmla="val 33333"/>
            </a:avLst>
          </a:prstGeom>
          <a:solidFill>
            <a:srgbClr val="E74C3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false">
              <a:srgbClr val="E74C3C">
                <a:alpha val="30000"/>
              </a:srgbClr>
            </a:outerShdw>
          </a:effectLst>
        </p:spPr>
        <p:txBody>
          <a:bodyPr vert="horz" wrap="square" lIns="0" tIns="0" rIns="0" bIns="0" rtlCol="false" anchor="ctr" anchorCtr="false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pic>
        <p:nvPicPr>
          <p:cNvPr id="229" name="Picture 19"/>
          <p:cNvPicPr>
            <a:picLocks noChangeAspect="true"/>
          </p:cNvPicPr>
          <p:nvPr/>
        </p:nvPicPr>
        <p:blipFill>
          <a:blip r:embed="rId10"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false" flipV="false">
            <a:off x="7322276" y="1166396"/>
            <a:ext cx="457200" cy="457200"/>
          </a:xfrm>
          <a:prstGeom prst="rect">
            <a:avLst/>
          </a:prstGeom>
        </p:spPr>
      </p:pic>
      <p:sp>
        <p:nvSpPr>
          <p:cNvPr id="230" name="AutoShape 20"/>
          <p:cNvSpPr/>
          <p:nvPr/>
        </p:nvSpPr>
        <p:spPr>
          <a:xfrm rot="0" flipH="false" flipV="false">
            <a:off x="7830276" y="1115596"/>
            <a:ext cx="1097915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zh-CN" sz="2000" b="true" i="false" u="none" strike="noStrik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确认</a:t>
            </a:r>
            <a:r>
              <a:rPr lang="en-US" sz="2000" b="true" i="false" u="none" strike="noStrik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需求</a:t>
            </a:r>
            <a:endParaRPr/>
          </a:p>
        </p:txBody>
      </p:sp>
      <p:grpSp>
        <p:nvGrpSpPr>
          <p:cNvPr id="231" name="组合 38"/>
          <p:cNvGrpSpPr/>
          <p:nvPr/>
        </p:nvGrpSpPr>
        <p:grpSpPr>
          <a:xfrm rot="0" flipH="false" flipV="false">
            <a:off x="6611076" y="2667000"/>
            <a:ext cx="3048000" cy="762000"/>
            <a:chOff x="11280" y="5404"/>
            <a:chExt cx="4800" cy="1200"/>
          </a:xfrm>
        </p:grpSpPr>
        <p:sp>
          <p:nvSpPr>
            <p:cNvPr id="232" name="AutoShape 22"/>
            <p:cNvSpPr/>
            <p:nvPr/>
          </p:nvSpPr>
          <p:spPr>
            <a:xfrm>
              <a:off x="11280" y="5404"/>
              <a:ext cx="4800" cy="1200"/>
            </a:xfrm>
            <a:prstGeom prst="roundRect">
              <a:avLst>
                <a:gd name="adj" fmla="val 33333"/>
              </a:avLst>
            </a:prstGeom>
            <a:solidFill>
              <a:srgbClr val="C0392B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50800" dir="5400000" algn="tl" rotWithShape="false">
                <a:srgbClr val="C0392B">
                  <a:alpha val="30000"/>
                </a:srgbClr>
              </a:outerShdw>
            </a:effectLst>
          </p:spPr>
          <p:txBody>
            <a:bodyPr vert="horz" wrap="square" lIns="0" tIns="0" rIns="0" bIns="0" rtlCol="false" anchor="ctr" anchorCtr="false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pic>
          <p:nvPicPr>
            <p:cNvPr id="233" name="Picture 23"/>
            <p:cNvPicPr>
              <a:picLocks noChangeAspect="true"/>
            </p:cNvPicPr>
            <p:nvPr/>
          </p:nvPicPr>
          <p:blipFill>
            <a:blip r:embed="rId12">
              <a:extLst>
                <a:ext uri="{96DAC541-7B7A-43D3-8B79-37D633B846F1}">
                  <asvg:svgBlip r:embed="rId13"/>
                </a:ext>
              </a:extLst>
            </a:blip>
            <a:stretch>
              <a:fillRect/>
            </a:stretch>
          </p:blipFill>
          <p:spPr>
            <a:xfrm>
              <a:off x="11680" y="5644"/>
              <a:ext cx="720" cy="720"/>
            </a:xfrm>
            <a:prstGeom prst="rect">
              <a:avLst/>
            </a:prstGeom>
          </p:spPr>
        </p:pic>
        <p:sp>
          <p:nvSpPr>
            <p:cNvPr id="234" name="AutoShape 24"/>
            <p:cNvSpPr/>
            <p:nvPr/>
          </p:nvSpPr>
          <p:spPr>
            <a:xfrm>
              <a:off x="12480" y="5564"/>
              <a:ext cx="3458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true" i="false" u="none" strike="noStrike">
                  <a:solidFill>
                    <a:srgbClr val="FFFFFF"/>
                  </a:solidFill>
                  <a:latin typeface="微软雅黑" charset="0"/>
                  <a:ea typeface="微软雅黑" charset="0"/>
                  <a:cs typeface="微软雅黑" charset="0"/>
                  <a:sym typeface="Noto Sans SC"/>
                </a:rPr>
                <a:t>转人工 - 备注</a:t>
              </a:r>
              <a:r>
                <a:rPr lang="zh-CN" altLang="en-US" sz="2000" b="true" i="false" u="none" strike="noStrike">
                  <a:solidFill>
                    <a:srgbClr val="FFFFFF"/>
                  </a:solidFill>
                  <a:latin typeface="微软雅黑" charset="0"/>
                  <a:ea typeface="微软雅黑" charset="0"/>
                  <a:cs typeface="微软雅黑" charset="0"/>
                  <a:sym typeface="Noto Sans SC"/>
                </a:rPr>
                <a:t>清楚</a:t>
              </a:r>
              <a:endParaRPr lang="zh-CN" altLang="en-US" sz="2000" b="true" i="false" u="none" strike="noStrike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  <a:sym typeface="Noto Sans SC"/>
              </a:endParaRPr>
            </a:p>
          </p:txBody>
        </p:sp>
      </p:grpSp>
      <p:grpSp>
        <p:nvGrpSpPr>
          <p:cNvPr id="235" name="组合 35"/>
          <p:cNvGrpSpPr/>
          <p:nvPr/>
        </p:nvGrpSpPr>
        <p:grpSpPr>
          <a:xfrm rot="0" flipH="false" flipV="false">
            <a:off x="5675708" y="4472404"/>
            <a:ext cx="4928791" cy="1270000"/>
            <a:chOff x="1200" y="8408"/>
            <a:chExt cx="17200" cy="2000"/>
          </a:xfrm>
        </p:grpSpPr>
        <p:sp>
          <p:nvSpPr>
            <p:cNvPr id="236" name="AutoShape 23"/>
            <p:cNvSpPr/>
            <p:nvPr/>
          </p:nvSpPr>
          <p:spPr>
            <a:xfrm>
              <a:off x="1200" y="8408"/>
              <a:ext cx="17200" cy="2000"/>
            </a:xfrm>
            <a:prstGeom prst="roundRect">
              <a:avLst>
                <a:gd name="adj" fmla="val 10000"/>
              </a:avLst>
            </a:prstGeom>
            <a:solidFill>
              <a:srgbClr val="C0392B">
                <a:alpha val="8000"/>
              </a:srgbClr>
            </a:solidFill>
            <a:ln w="12700" cap="flat" cmpd="sng">
              <a:solidFill>
                <a:srgbClr val="C0392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false" anchor="ctr"/>
            <a:lstStyle/>
            <a:p>
              <a:pPr algn="ctr">
                <a:defRPr/>
              </a:pPr>
              <a:endParaRPr>
                <a:latin typeface="微软雅黑" charset="0"/>
                <a:ea typeface="微软雅黑" charset="0"/>
              </a:endParaRPr>
            </a:p>
          </p:txBody>
        </p:sp>
        <p:pic>
          <p:nvPicPr>
            <p:cNvPr id="237" name="Picture 24"/>
            <p:cNvPicPr>
              <a:picLocks noChangeAspect="true"/>
            </p:cNvPicPr>
            <p:nvPr/>
          </p:nvPicPr>
          <p:blipFill>
            <a:blip r:embed="rId14">
              <a:extLst>
                <a:ext uri="{96DAC541-7B7A-43D3-8B79-37D633B846F1}">
                  <asvg:svgBlip r:embed="rId15"/>
                </a:ext>
              </a:extLst>
            </a:blip>
            <a:stretch>
              <a:fillRect/>
            </a:stretch>
          </p:blipFill>
          <p:spPr>
            <a:xfrm rot="0" flipH="false" flipV="false">
              <a:off x="1800" y="8908"/>
              <a:ext cx="1982" cy="1000"/>
            </a:xfrm>
            <a:prstGeom prst="rect">
              <a:avLst/>
            </a:prstGeom>
          </p:spPr>
        </p:pic>
        <p:sp>
          <p:nvSpPr>
            <p:cNvPr id="238" name="AutoShape 25"/>
            <p:cNvSpPr/>
            <p:nvPr/>
          </p:nvSpPr>
          <p:spPr>
            <a:xfrm rot="0" flipH="false" flipV="false">
              <a:off x="4000" y="8808"/>
              <a:ext cx="14399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false" anchor="ctr" anchorCtr="false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200" b="true" i="false" u="none" strike="noStrike">
                  <a:solidFill>
                    <a:srgbClr val="C0392B"/>
                  </a:solidFill>
                  <a:latin typeface="微软雅黑" charset="0"/>
                  <a:ea typeface="微软雅黑" charset="0"/>
                  <a:cs typeface="Noto Sans SC"/>
                  <a:sym typeface="Noto Sans SC"/>
                </a:rPr>
                <a:t>统一</a:t>
              </a:r>
              <a:r>
                <a:rPr lang="zh-CN" altLang="en-US" sz="2200" b="true" i="false" u="none" strike="noStrike">
                  <a:solidFill>
                    <a:srgbClr val="C0392B"/>
                  </a:solidFill>
                  <a:latin typeface="微软雅黑" charset="0"/>
                  <a:ea typeface="微软雅黑" charset="0"/>
                  <a:cs typeface="Noto Sans SC"/>
                  <a:sym typeface="Noto Sans SC"/>
                </a:rPr>
                <a:t>话术</a:t>
              </a:r>
              <a:r>
                <a:rPr lang="en-US" sz="2200" b="true" i="false" u="none" strike="noStrike">
                  <a:solidFill>
                    <a:srgbClr val="C0392B"/>
                  </a:solidFill>
                  <a:latin typeface="微软雅黑" charset="0"/>
                  <a:ea typeface="微软雅黑" charset="0"/>
                  <a:cs typeface="Noto Sans SC"/>
                  <a:sym typeface="Noto Sans SC"/>
                </a:rPr>
                <a:t>：</a:t>
              </a:r>
              <a:endParaRPr lang="en-US" sz="1100">
                <a:latin typeface="微软雅黑" charset="0"/>
                <a:ea typeface="微软雅黑" charset="0"/>
              </a:endParaRPr>
            </a:p>
            <a:p>
              <a:pPr indent="0" algn="l">
                <a:lnSpc>
                  <a:spcPct val="125000"/>
                </a:lnSpc>
              </a:pPr>
              <a:r>
                <a:rPr lang="zh-CN" altLang="en-US" sz="1800" b="false" i="false" u="none" strike="noStrike">
                  <a:solidFill>
                    <a:srgbClr val="7F8C8D"/>
                  </a:solidFill>
                  <a:latin typeface="微软雅黑" charset="0"/>
                  <a:ea typeface="微软雅黑" charset="0"/>
                  <a:cs typeface="Noto Sans SC"/>
                  <a:sym typeface="Noto Sans SC"/>
                </a:rPr>
                <a:t>这边为您转接专员处理，请您稍等</a:t>
              </a:r>
              <a:r>
                <a:rPr lang="en-US" altLang="zh-CN" sz="1800" b="false" i="false" u="none" strike="noStrike">
                  <a:solidFill>
                    <a:srgbClr val="7F8C8D"/>
                  </a:solidFill>
                  <a:latin typeface="微软雅黑" charset="0"/>
                  <a:ea typeface="微软雅黑" charset="0"/>
                  <a:cs typeface="Noto Sans SC"/>
                  <a:sym typeface="Noto Sans SC"/>
                </a:rPr>
                <a:t>。</a:t>
              </a:r>
              <a:endParaRPr lang="en-US" altLang="zh-CN" sz="1800" b="false" i="false" u="none" strike="noStrike">
                <a:solidFill>
                  <a:srgbClr val="7F8C8D"/>
                </a:solidFill>
                <a:latin typeface="微软雅黑" charset="0"/>
                <a:ea typeface="微软雅黑" charset="0"/>
                <a:cs typeface="Noto Sans SC"/>
                <a:sym typeface="Noto Sans SC"/>
              </a:endParaRPr>
            </a:p>
          </p:txBody>
        </p:sp>
      </p:grpSp>
      <p:sp>
        <p:nvSpPr>
          <p:cNvPr id="239" name="AutoShape 17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sp>
        <p:nvSpPr>
          <p:cNvPr id="240" name="AutoShape 3"/>
          <p:cNvSpPr/>
          <p:nvPr/>
        </p:nvSpPr>
        <p:spPr>
          <a:xfrm rot="0" flipH="false" flipV="false">
            <a:off x="635000" y="4867780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false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>
              <a:latin typeface="微软雅黑" charset="0"/>
              <a:ea typeface="微软雅黑" charset="0"/>
            </a:endParaRPr>
          </a:p>
        </p:txBody>
      </p:sp>
      <p:sp>
        <p:nvSpPr>
          <p:cNvPr id="241" name="AutoShape 5"/>
          <p:cNvSpPr/>
          <p:nvPr/>
        </p:nvSpPr>
        <p:spPr>
          <a:xfrm rot="0" flipH="false" flipV="false">
            <a:off x="635000" y="556628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zh-CN" sz="1400" b="true" i="false" u="none" strike="noStrike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非</a:t>
            </a:r>
            <a:r>
              <a:rPr lang="en-US" sz="1400" b="true" i="false" u="none" strike="noStrike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pos</a:t>
            </a:r>
            <a:r>
              <a:rPr lang="zh-CN" sz="1400" b="true" i="false" u="none" strike="noStrike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  <a:cs typeface="Noto Sans SC"/>
                <a:sym typeface="Noto Sans SC"/>
              </a:rPr>
              <a:t>机付款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false" flipV="false">
            <a:off x="1267434" y="4585208"/>
            <a:ext cx="854735" cy="834624"/>
          </a:xfrm>
          <a:prstGeom prst="quadArrow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  <a:endParaRPr/>
          </a:p>
        </p:txBody>
      </p:sp>
      <p:cxnSp>
        <p:nvCxnSpPr>
          <p:cNvPr id="243" name=""/>
          <p:cNvCxnSpPr>
            <a:stCxn id="228" idx="2"/>
            <a:endCxn id="232" idx="0"/>
          </p:cNvCxnSpPr>
          <p:nvPr/>
        </p:nvCxnSpPr>
        <p:spPr>
          <a:xfrm rot="0" flipH="false" flipV="false">
            <a:off x="8135076" y="1775996"/>
            <a:ext cx="10055" cy="891003"/>
          </a:xfrm>
          <a:prstGeom prst="straightConnector1"/>
          <a:ln w="19050" cap="flat" cmpd="sng">
            <a:solidFill>
              <a:schemeClr val="accent3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</p:sld>
</file>

<file path=ppt/slides/slide10.xml><?xml version="1.0" encoding="utf-8"?>
<p:sld xmlns:a="http://schemas.openxmlformats.org/drawingml/2006/main" xmlns:asvg="http://schemas.microsoft.com/office/drawing/2016/SVG/main" xmlns:p="http://schemas.openxmlformats.org/presentationml/2006/main" xmlns:r="http://schemas.openxmlformats.org/officeDocument/2006/relationships" xmlns:mc="http://schemas.openxmlformats.org/markup-compatibility/2006" mc:Ignorable="asvg">
  <p:cSld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任意形状 2"/>
          <p:cNvSpPr/>
          <p:nvPr/>
        </p:nvSpPr>
        <p:spPr>
          <a:xfrm>
            <a:off x="1" y="1543061"/>
            <a:ext cx="12192000" cy="5314939"/>
          </a:xfrm>
          <a:custGeom>
            <a:avLst/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rgbClr val="B70000">
              <a:alpha val="67000"/>
            </a:srgbClr>
          </a:solidFill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charset="-122"/>
            </a:endParaRPr>
          </a:p>
        </p:txBody>
      </p:sp>
      <p:sp>
        <p:nvSpPr>
          <p:cNvPr id="246" name="任意形状 1"/>
          <p:cNvSpPr/>
          <p:nvPr/>
        </p:nvSpPr>
        <p:spPr>
          <a:xfrm>
            <a:off x="0" y="1607908"/>
            <a:ext cx="12192000" cy="5250093"/>
          </a:xfrm>
          <a:custGeom>
            <a:avLst/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rgbClr val="B70000">
                  <a:alpha val="75000"/>
                </a:srgbClr>
              </a:gs>
              <a:gs pos="68000">
                <a:srgbClr val="B70000"/>
              </a:gs>
            </a:gsLst>
            <a:lin ang="2160000" scaled="false"/>
          </a:gradFill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charset="-122"/>
            </a:endParaRPr>
          </a:p>
        </p:txBody>
      </p:sp>
      <p:sp>
        <p:nvSpPr>
          <p:cNvPr id="247" name="任意多边形: 形状 20"/>
          <p:cNvSpPr/>
          <p:nvPr/>
        </p:nvSpPr>
        <p:spPr>
          <a:xfrm rot="0" flipH="false" flipV="false">
            <a:off x="-4197" y="1647757"/>
            <a:ext cx="12188748" cy="5214134"/>
          </a:xfrm>
          <a:custGeom>
            <a:avLst/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rgbClr val="B70000">
              <a:alpha val="13000"/>
            </a:srgbClr>
          </a:solidFill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 dirty="false">
              <a:solidFill>
                <a:srgbClr val="FFFFFF"/>
              </a:solidFill>
              <a:latin typeface="苹方-简"/>
              <a:ea typeface="苹方-简"/>
            </a:endParaRPr>
          </a:p>
        </p:txBody>
      </p:sp>
      <p:sp>
        <p:nvSpPr>
          <p:cNvPr id="248" name="椭圆 22"/>
          <p:cNvSpPr/>
          <p:nvPr/>
        </p:nvSpPr>
        <p:spPr>
          <a:xfrm>
            <a:off x="13186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charset="-122"/>
            </a:endParaRPr>
          </a:p>
        </p:txBody>
      </p:sp>
      <p:sp>
        <p:nvSpPr>
          <p:cNvPr id="249" name="椭圆 24"/>
          <p:cNvSpPr/>
          <p:nvPr/>
        </p:nvSpPr>
        <p:spPr>
          <a:xfrm>
            <a:off x="34544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charset="-122"/>
            </a:endParaRPr>
          </a:p>
        </p:txBody>
      </p:sp>
      <p:sp>
        <p:nvSpPr>
          <p:cNvPr id="250" name="椭圆 25"/>
          <p:cNvSpPr/>
          <p:nvPr/>
        </p:nvSpPr>
        <p:spPr>
          <a:xfrm>
            <a:off x="55902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charset="-122"/>
            </a:endParaRPr>
          </a:p>
        </p:txBody>
      </p:sp>
      <p:sp>
        <p:nvSpPr>
          <p:cNvPr id="251" name="椭圆 26"/>
          <p:cNvSpPr/>
          <p:nvPr/>
        </p:nvSpPr>
        <p:spPr>
          <a:xfrm>
            <a:off x="77260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charset="-122"/>
            </a:endParaRPr>
          </a:p>
        </p:txBody>
      </p:sp>
      <p:sp>
        <p:nvSpPr>
          <p:cNvPr id="252" name="椭圆 27"/>
          <p:cNvSpPr/>
          <p:nvPr/>
        </p:nvSpPr>
        <p:spPr>
          <a:xfrm>
            <a:off x="98618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true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charset="-122"/>
            </a:endParaRPr>
          </a:p>
        </p:txBody>
      </p:sp>
      <p:sp>
        <p:nvSpPr>
          <p:cNvPr id="253" name="矩形 10"/>
          <p:cNvSpPr/>
          <p:nvPr/>
        </p:nvSpPr>
        <p:spPr>
          <a:xfrm>
            <a:off x="1222049" y="4076923"/>
            <a:ext cx="1148807" cy="475615"/>
          </a:xfrm>
          <a:prstGeom prst="rect">
            <a:avLst/>
          </a:prstGeom>
          <a:noFill/>
          <a:ln>
            <a:extLst/>
          </a:ln>
        </p:spPr>
        <p:txBody>
          <a:bodyPr wrap="none" lIns="0" tIns="0" rIns="0" bIns="0" rtlCol="false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kumimoji="true" lang="en-US" altLang="zh-CN" sz="2500" b="true" kern="1200">
                <a:solidFill>
                  <a:srgbClr val="FFFFFF"/>
                </a:solidFill>
                <a:latin typeface="苹方-简"/>
                <a:ea typeface="Microsoft YaHei"/>
                <a:cs typeface="苹方-简"/>
              </a:rPr>
              <a:t>01</a:t>
            </a:r>
            <a:endParaRPr kumimoji="true" lang="en-US" altLang="zh-CN" sz="2500" b="true" kern="1200">
              <a:solidFill>
                <a:srgbClr val="FFFFFF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254" name="矩形 11"/>
          <p:cNvSpPr/>
          <p:nvPr/>
        </p:nvSpPr>
        <p:spPr>
          <a:xfrm rot="0" flipH="false" flipV="false">
            <a:off x="866812" y="4968502"/>
            <a:ext cx="1859280" cy="1462405"/>
          </a:xfrm>
          <a:prstGeom prst="rect">
            <a:avLst/>
          </a:prstGeom>
          <a:ln>
            <a:extLst/>
          </a:ln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散装称重商品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生鲜商品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无条码商品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未录入商品</a:t>
            </a:r>
            <a:endParaRPr/>
          </a:p>
        </p:txBody>
      </p:sp>
      <p:sp>
        <p:nvSpPr>
          <p:cNvPr id="255" name="矩形 12"/>
          <p:cNvSpPr/>
          <p:nvPr/>
        </p:nvSpPr>
        <p:spPr>
          <a:xfrm>
            <a:off x="3409506" y="4068629"/>
            <a:ext cx="1148807" cy="475615"/>
          </a:xfrm>
          <a:prstGeom prst="rect">
            <a:avLst/>
          </a:prstGeom>
          <a:noFill/>
          <a:ln>
            <a:extLst/>
          </a:ln>
        </p:spPr>
        <p:txBody>
          <a:bodyPr wrap="none" lIns="0" tIns="0" rIns="0" bIns="0" rtlCol="false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kumimoji="true" lang="en-US" altLang="zh-CN" sz="2500" b="true" kern="1200">
                <a:solidFill>
                  <a:srgbClr val="FFFFFF"/>
                </a:solidFill>
                <a:latin typeface="苹方-简"/>
                <a:ea typeface="Microsoft YaHei"/>
                <a:cs typeface="苹方-简"/>
              </a:rPr>
              <a:t>02</a:t>
            </a:r>
            <a:endParaRPr kumimoji="true" lang="en-US" altLang="zh-CN" sz="2500" b="true" kern="1200">
              <a:solidFill>
                <a:srgbClr val="FFFFFF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256" name="矩形 15"/>
          <p:cNvSpPr/>
          <p:nvPr/>
        </p:nvSpPr>
        <p:spPr>
          <a:xfrm>
            <a:off x="3153410" y="4963422"/>
            <a:ext cx="1748155" cy="1462405"/>
          </a:xfrm>
          <a:prstGeom prst="rect">
            <a:avLst/>
          </a:prstGeom>
          <a:ln>
            <a:extLst/>
          </a:ln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捆绑售卖商品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积分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金币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储值卡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满减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赠品</a:t>
            </a:r>
            <a:endParaRPr/>
          </a:p>
        </p:txBody>
      </p:sp>
      <p:sp>
        <p:nvSpPr>
          <p:cNvPr id="257" name="矩形 21"/>
          <p:cNvSpPr/>
          <p:nvPr/>
        </p:nvSpPr>
        <p:spPr>
          <a:xfrm>
            <a:off x="5507745" y="4068629"/>
            <a:ext cx="1148807" cy="475615"/>
          </a:xfrm>
          <a:prstGeom prst="rect">
            <a:avLst/>
          </a:prstGeom>
          <a:noFill/>
          <a:ln>
            <a:extLst/>
          </a:ln>
        </p:spPr>
        <p:txBody>
          <a:bodyPr wrap="none" lIns="0" tIns="0" rIns="0" bIns="0" rtlCol="false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kumimoji="true" lang="en-US" altLang="zh-CN" sz="2500" b="true" kern="1200">
                <a:solidFill>
                  <a:srgbClr val="FFFFFF"/>
                </a:solidFill>
                <a:latin typeface="苹方-简"/>
                <a:ea typeface="Microsoft YaHei"/>
                <a:cs typeface="苹方-简"/>
              </a:rPr>
              <a:t>03</a:t>
            </a:r>
            <a:endParaRPr kumimoji="true" lang="en-US" altLang="zh-CN" sz="2500" b="true" kern="1200">
              <a:solidFill>
                <a:srgbClr val="FFFFFF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258" name="矩形 23"/>
          <p:cNvSpPr/>
          <p:nvPr/>
        </p:nvSpPr>
        <p:spPr>
          <a:xfrm>
            <a:off x="5233670" y="4963422"/>
            <a:ext cx="1748155" cy="1462405"/>
          </a:xfrm>
          <a:prstGeom prst="rect">
            <a:avLst/>
          </a:prstGeom>
          <a:ln>
            <a:extLst/>
          </a:ln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烧水壶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微波炉等具有一定风险的设备设施</a:t>
            </a:r>
            <a:endParaRPr/>
          </a:p>
        </p:txBody>
      </p:sp>
      <p:sp>
        <p:nvSpPr>
          <p:cNvPr id="259" name="矩形 28"/>
          <p:cNvSpPr/>
          <p:nvPr/>
        </p:nvSpPr>
        <p:spPr>
          <a:xfrm>
            <a:off x="7659523" y="4073827"/>
            <a:ext cx="1167839" cy="475615"/>
          </a:xfrm>
          <a:prstGeom prst="rect">
            <a:avLst/>
          </a:prstGeom>
          <a:noFill/>
          <a:ln>
            <a:extLst/>
          </a:ln>
        </p:spPr>
        <p:txBody>
          <a:bodyPr wrap="none" lIns="0" tIns="0" rIns="0" bIns="0" rtlCol="false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kumimoji="true" lang="en-US" altLang="zh-CN" sz="2500" b="true" kern="1200">
                <a:solidFill>
                  <a:srgbClr val="FFFFFF"/>
                </a:solidFill>
                <a:latin typeface="苹方-简"/>
                <a:ea typeface="Microsoft YaHei"/>
                <a:cs typeface="苹方-简"/>
              </a:rPr>
              <a:t>04</a:t>
            </a:r>
            <a:endParaRPr kumimoji="true" lang="en-US" altLang="zh-CN" sz="2500" b="true" kern="1200">
              <a:solidFill>
                <a:srgbClr val="FFFFFF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260" name="矩形 29"/>
          <p:cNvSpPr/>
          <p:nvPr/>
        </p:nvSpPr>
        <p:spPr>
          <a:xfrm>
            <a:off x="7416800" y="4968502"/>
            <a:ext cx="1748155" cy="1462405"/>
          </a:xfrm>
          <a:prstGeom prst="rect">
            <a:avLst/>
          </a:prstGeom>
          <a:ln>
            <a:extLst/>
          </a:ln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扫描商家二维码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店内收银机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转账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现金支付</a:t>
            </a:r>
            <a:endParaRPr/>
          </a:p>
        </p:txBody>
      </p:sp>
      <p:sp>
        <p:nvSpPr>
          <p:cNvPr id="261" name="矩形 30"/>
          <p:cNvSpPr/>
          <p:nvPr/>
        </p:nvSpPr>
        <p:spPr>
          <a:xfrm>
            <a:off x="9816659" y="4068629"/>
            <a:ext cx="1167839" cy="475615"/>
          </a:xfrm>
          <a:prstGeom prst="rect">
            <a:avLst/>
          </a:prstGeom>
          <a:noFill/>
          <a:ln>
            <a:extLst/>
          </a:ln>
        </p:spPr>
        <p:txBody>
          <a:bodyPr wrap="none" lIns="0" tIns="0" rIns="0" bIns="0" rtlCol="false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kumimoji="true" lang="en-US" altLang="zh-CN" sz="2500" b="true" kern="1200">
                <a:solidFill>
                  <a:srgbClr val="FFFFFF"/>
                </a:solidFill>
                <a:latin typeface="苹方-简"/>
                <a:ea typeface="Microsoft YaHei"/>
                <a:cs typeface="苹方-简"/>
              </a:rPr>
              <a:t>05</a:t>
            </a:r>
            <a:endParaRPr kumimoji="true" lang="en-US" altLang="zh-CN" sz="2500" b="true" kern="1200">
              <a:solidFill>
                <a:srgbClr val="FFFFFF"/>
              </a:solidFill>
              <a:latin typeface="苹方-简"/>
              <a:ea typeface="Microsoft YaHei"/>
              <a:cs typeface="苹方-简"/>
            </a:endParaRPr>
          </a:p>
        </p:txBody>
      </p:sp>
      <p:sp>
        <p:nvSpPr>
          <p:cNvPr id="262" name="矩形 31"/>
          <p:cNvSpPr/>
          <p:nvPr/>
        </p:nvSpPr>
        <p:spPr>
          <a:xfrm>
            <a:off x="9526270" y="4963422"/>
            <a:ext cx="1748155" cy="1462405"/>
          </a:xfrm>
          <a:prstGeom prst="rect">
            <a:avLst/>
          </a:prstGeom>
          <a:ln>
            <a:extLst/>
          </a:ln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上次进店未付款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上次进店多付款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购买商品有问题</a:t>
            </a:r>
            <a:endParaRPr/>
          </a:p>
          <a:p>
            <a:pPr marL="0" algn="ctr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更换商品</a:t>
            </a:r>
            <a:endParaRPr/>
          </a:p>
        </p:txBody>
      </p:sp>
      <p:sp>
        <p:nvSpPr>
          <p:cNvPr id="263" name="矩形 32"/>
          <p:cNvSpPr/>
          <p:nvPr/>
        </p:nvSpPr>
        <p:spPr>
          <a:xfrm>
            <a:off x="962025" y="4547041"/>
            <a:ext cx="1749600" cy="39560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 b="true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购买无码商品</a:t>
            </a:r>
            <a:endParaRPr/>
          </a:p>
        </p:txBody>
      </p:sp>
      <p:sp>
        <p:nvSpPr>
          <p:cNvPr id="264" name="矩形 41"/>
          <p:cNvSpPr/>
          <p:nvPr/>
        </p:nvSpPr>
        <p:spPr>
          <a:xfrm>
            <a:off x="3153410" y="4547041"/>
            <a:ext cx="1749600" cy="39560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 b="true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询问店内活动</a:t>
            </a:r>
            <a:endParaRPr/>
          </a:p>
        </p:txBody>
      </p:sp>
      <p:pic>
        <p:nvPicPr>
          <p:cNvPr id="265" name="图形 4"/>
          <p:cNvPicPr>
            <a:picLocks noChangeAspect="true"/>
          </p:cNvPicPr>
          <p:nvPr/>
        </p:nvPicPr>
        <p:blipFill>
          <a:blip r:embed="rId1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1566042" y="3038491"/>
            <a:ext cx="542643" cy="539860"/>
          </a:xfrm>
          <a:prstGeom prst="rect">
            <a:avLst/>
          </a:prstGeom>
          <a:ln>
            <a:extLst/>
          </a:ln>
        </p:spPr>
      </p:pic>
      <p:sp>
        <p:nvSpPr>
          <p:cNvPr id="266" name="矩形 42"/>
          <p:cNvSpPr/>
          <p:nvPr/>
        </p:nvSpPr>
        <p:spPr>
          <a:xfrm>
            <a:off x="5233670" y="4547041"/>
            <a:ext cx="1749600" cy="39560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 b="true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使用店内设备设施</a:t>
            </a:r>
            <a:endParaRPr/>
          </a:p>
        </p:txBody>
      </p:sp>
      <p:pic>
        <p:nvPicPr>
          <p:cNvPr id="267" name="图形 6"/>
          <p:cNvPicPr>
            <a:picLocks noChangeAspect="true"/>
          </p:cNvPicPr>
          <p:nvPr/>
        </p:nvPicPr>
        <p:blipFill>
          <a:blip r:embed="rId3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3719841" y="3063931"/>
            <a:ext cx="505652" cy="488982"/>
          </a:xfrm>
          <a:prstGeom prst="rect">
            <a:avLst/>
          </a:prstGeom>
          <a:ln>
            <a:extLst/>
          </a:ln>
        </p:spPr>
      </p:pic>
      <p:sp>
        <p:nvSpPr>
          <p:cNvPr id="268" name="矩形 43"/>
          <p:cNvSpPr/>
          <p:nvPr/>
        </p:nvSpPr>
        <p:spPr>
          <a:xfrm>
            <a:off x="7416800" y="4547041"/>
            <a:ext cx="1749600" cy="39560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 b="true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非</a:t>
            </a:r>
            <a:r>
              <a:rPr lang="en-US" sz="1600" b="true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pos</a:t>
            </a:r>
            <a:r>
              <a:rPr lang="zh-CN" sz="1600" b="true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机付款</a:t>
            </a:r>
            <a:endParaRPr/>
          </a:p>
        </p:txBody>
      </p:sp>
      <p:pic>
        <p:nvPicPr>
          <p:cNvPr id="269" name="图形 8"/>
          <p:cNvPicPr>
            <a:picLocks noChangeAspect="true"/>
          </p:cNvPicPr>
          <p:nvPr/>
        </p:nvPicPr>
        <p:blipFill>
          <a:blip r:embed="rId5"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5860500" y="3038475"/>
            <a:ext cx="495333" cy="539858"/>
          </a:xfrm>
          <a:prstGeom prst="rect">
            <a:avLst/>
          </a:prstGeom>
          <a:ln>
            <a:extLst/>
          </a:ln>
        </p:spPr>
      </p:pic>
      <p:sp>
        <p:nvSpPr>
          <p:cNvPr id="270" name="矩形 44"/>
          <p:cNvSpPr/>
          <p:nvPr/>
        </p:nvSpPr>
        <p:spPr>
          <a:xfrm>
            <a:off x="9526270" y="4547041"/>
            <a:ext cx="1749600" cy="39560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600" b="true">
                <a:solidFill>
                  <a:srgbClr val="FFFFFF">
                    <a:alpha val="100000"/>
                  </a:srgbClr>
                </a:solidFill>
                <a:latin typeface="苹方-简"/>
                <a:ea typeface="Microsoft YaHei"/>
                <a:cs typeface="苹方-简"/>
              </a:rPr>
              <a:t>二次进店反馈问题</a:t>
            </a:r>
            <a:endParaRPr/>
          </a:p>
        </p:txBody>
      </p:sp>
      <p:pic>
        <p:nvPicPr>
          <p:cNvPr id="271" name="图形 13"/>
          <p:cNvPicPr>
            <a:picLocks noChangeAspect="true"/>
          </p:cNvPicPr>
          <p:nvPr/>
        </p:nvPicPr>
        <p:blipFill>
          <a:blip r:embed="rId7"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8048510" y="3038490"/>
            <a:ext cx="387591" cy="539859"/>
          </a:xfrm>
          <a:prstGeom prst="rect">
            <a:avLst/>
          </a:prstGeom>
          <a:ln>
            <a:extLst/>
          </a:ln>
        </p:spPr>
      </p:pic>
      <p:pic>
        <p:nvPicPr>
          <p:cNvPr id="272" name="图形 2"/>
          <p:cNvPicPr>
            <a:picLocks noChangeAspect="true"/>
          </p:cNvPicPr>
          <p:nvPr/>
        </p:nvPicPr>
        <p:blipFill>
          <a:blip r:embed="rId9"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10158325" y="3065492"/>
            <a:ext cx="438941" cy="485872"/>
          </a:xfrm>
          <a:prstGeom prst="rect">
            <a:avLst/>
          </a:prstGeom>
          <a:ln>
            <a:extLst/>
          </a:ln>
        </p:spPr>
      </p:pic>
      <p:sp>
        <p:nvSpPr>
          <p:cNvPr id="273" name=""/>
          <p:cNvSpPr txBox="true"/>
          <p:nvPr/>
        </p:nvSpPr>
        <p:spPr>
          <a:xfrm rot="0" flipH="false" flipV="false">
            <a:off x="176981" y="232286"/>
            <a:ext cx="53721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客服直接转交二线</a:t>
            </a: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-</a:t>
            </a: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顾客需求场景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 txBox="true"/>
          <p:nvPr/>
        </p:nvSpPr>
        <p:spPr>
          <a:xfrm rot="0" flipH="false" flipV="false">
            <a:off x="176981" y="232286"/>
            <a:ext cx="46609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客服直接转交二线</a:t>
            </a: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-</a:t>
            </a: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+mj-cs"/>
              </a:rPr>
              <a:t>特殊人群</a:t>
            </a:r>
            <a:endParaRPr/>
          </a:p>
        </p:txBody>
      </p:sp>
      <p:sp>
        <p:nvSpPr>
          <p:cNvPr id="276" name="矩形 23"/>
          <p:cNvSpPr/>
          <p:nvPr/>
        </p:nvSpPr>
        <p:spPr>
          <a:xfrm>
            <a:off x="4440088" y="1419543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rtlCol="false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77" name="矩形 21"/>
          <p:cNvSpPr/>
          <p:nvPr/>
        </p:nvSpPr>
        <p:spPr>
          <a:xfrm>
            <a:off x="4440088" y="1419543"/>
            <a:ext cx="3311824" cy="72000"/>
          </a:xfrm>
          <a:prstGeom prst="rect">
            <a:avLst/>
          </a:prstGeom>
          <a:solidFill>
            <a:srgbClr val="C30000"/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78" name="矩形 1"/>
          <p:cNvSpPr/>
          <p:nvPr/>
        </p:nvSpPr>
        <p:spPr>
          <a:xfrm rot="0" flipH="false" flipV="false">
            <a:off x="4709692" y="1244847"/>
            <a:ext cx="2771775" cy="70802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C30000">
                    <a:alpha val="100000"/>
                  </a:srgbClr>
                </a:solidFill>
                <a:latin typeface="Microsoft YaHei"/>
                <a:ea typeface="Microsoft YaHei"/>
              </a:rPr>
              <a:t>外卖骑手进店</a:t>
            </a:r>
            <a:endParaRPr/>
          </a:p>
        </p:txBody>
      </p:sp>
      <p:sp>
        <p:nvSpPr>
          <p:cNvPr id="279" name="矩形 19"/>
          <p:cNvSpPr/>
          <p:nvPr/>
        </p:nvSpPr>
        <p:spPr>
          <a:xfrm>
            <a:off x="695960" y="1419543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80" name="矩形 18"/>
          <p:cNvSpPr/>
          <p:nvPr/>
        </p:nvSpPr>
        <p:spPr>
          <a:xfrm>
            <a:off x="695960" y="1419543"/>
            <a:ext cx="3311824" cy="72000"/>
          </a:xfrm>
          <a:prstGeom prst="rect">
            <a:avLst/>
          </a:prstGeom>
          <a:solidFill>
            <a:srgbClr val="B70000"/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81" name="矩形 2"/>
          <p:cNvSpPr/>
          <p:nvPr/>
        </p:nvSpPr>
        <p:spPr>
          <a:xfrm rot="0" flipH="false" flipV="false">
            <a:off x="965732" y="1244847"/>
            <a:ext cx="2771775" cy="70802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B70000">
                    <a:alpha val="100000"/>
                  </a:srgbClr>
                </a:solidFill>
                <a:latin typeface="Microsoft YaHei"/>
                <a:ea typeface="Microsoft YaHei"/>
              </a:rPr>
              <a:t>疑似未成年人购买香烟</a:t>
            </a:r>
            <a:endParaRPr/>
          </a:p>
        </p:txBody>
      </p:sp>
      <p:sp>
        <p:nvSpPr>
          <p:cNvPr id="282" name="矩形 12"/>
          <p:cNvSpPr/>
          <p:nvPr/>
        </p:nvSpPr>
        <p:spPr>
          <a:xfrm rot="0" flipH="false" flipV="false">
            <a:off x="817308" y="1955811"/>
            <a:ext cx="3209631" cy="123146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t" anchorCtr="false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客服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识别到进店顾客疑似为未成年人，且有购买烟草制品的意图或行为
</a:t>
            </a:r>
            <a:r>
              <a:rPr lang="zh-CN" sz="1200" b="true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锁门</a:t>
            </a:r>
            <a:r>
              <a:rPr lang="en-US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-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提醒</a:t>
            </a:r>
            <a:r>
              <a:rPr lang="en-US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-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备注转接二线处理
</a:t>
            </a:r>
            <a:endParaRPr/>
          </a:p>
        </p:txBody>
      </p:sp>
      <p:sp>
        <p:nvSpPr>
          <p:cNvPr id="283" name="矩形 13"/>
          <p:cNvSpPr/>
          <p:nvPr/>
        </p:nvSpPr>
        <p:spPr>
          <a:xfrm rot="0" flipH="false" flipV="false">
            <a:off x="4560636" y="1955811"/>
            <a:ext cx="3191173" cy="123146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t" anchorCtr="false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外卖配送人员进入店铺，需客服判断来意并区分处理。
</a:t>
            </a:r>
            <a:r>
              <a:rPr lang="zh-CN" sz="1200" b="true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主动询问来意</a:t>
            </a:r>
            <a:endParaRPr/>
          </a:p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若为个人购物，按正常流程接待</a:t>
            </a:r>
            <a:endParaRPr/>
          </a:p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若为取货配送，备注转交二线处理
</a:t>
            </a:r>
            <a:endParaRPr/>
          </a:p>
        </p:txBody>
      </p:sp>
      <p:sp>
        <p:nvSpPr>
          <p:cNvPr id="284" name="矩形 24"/>
          <p:cNvSpPr/>
          <p:nvPr/>
        </p:nvSpPr>
        <p:spPr>
          <a:xfrm>
            <a:off x="8184216" y="1419543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85" name="矩形 22"/>
          <p:cNvSpPr/>
          <p:nvPr/>
        </p:nvSpPr>
        <p:spPr>
          <a:xfrm>
            <a:off x="8184216" y="1419543"/>
            <a:ext cx="3311824" cy="72000"/>
          </a:xfrm>
          <a:prstGeom prst="rect">
            <a:avLst/>
          </a:prstGeom>
          <a:solidFill>
            <a:srgbClr val="D50102"/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86" name="矩形 14"/>
          <p:cNvSpPr/>
          <p:nvPr/>
        </p:nvSpPr>
        <p:spPr>
          <a:xfrm rot="0" flipH="false" flipV="false">
            <a:off x="8454287" y="1244847"/>
            <a:ext cx="2771775" cy="70802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D50102">
                    <a:alpha val="100000"/>
                  </a:srgbClr>
                </a:solidFill>
                <a:latin typeface="Microsoft YaHei"/>
                <a:ea typeface="Microsoft YaHei"/>
              </a:rPr>
              <a:t>制服人员</a:t>
            </a:r>
            <a:endParaRPr/>
          </a:p>
        </p:txBody>
      </p:sp>
      <p:sp>
        <p:nvSpPr>
          <p:cNvPr id="287" name="矩形 15"/>
          <p:cNvSpPr/>
          <p:nvPr/>
        </p:nvSpPr>
        <p:spPr>
          <a:xfrm rot="0" flipH="false" flipV="false">
            <a:off x="8304867" y="1955811"/>
            <a:ext cx="3191173" cy="123146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t" anchorCtr="false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穿着制服的人员（如执法、检查、市政等）进入店铺，需第一时间判断其来意，区分购物行为与公务行为。
</a:t>
            </a:r>
            <a:r>
              <a:rPr lang="zh-CN" sz="1200" b="true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主动询问来意</a:t>
            </a:r>
            <a:endParaRPr/>
          </a:p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若为个人购物，按正常流程接待</a:t>
            </a:r>
            <a:endParaRPr/>
          </a:p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若为公务，备注转交二线客服处理。
</a:t>
            </a:r>
            <a:endParaRPr/>
          </a:p>
        </p:txBody>
      </p:sp>
      <p:sp>
        <p:nvSpPr>
          <p:cNvPr id="288" name="矩形 3"/>
          <p:cNvSpPr/>
          <p:nvPr/>
        </p:nvSpPr>
        <p:spPr>
          <a:xfrm>
            <a:off x="6312152" y="4052648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89" name="矩形 4"/>
          <p:cNvSpPr/>
          <p:nvPr/>
        </p:nvSpPr>
        <p:spPr>
          <a:xfrm>
            <a:off x="6312152" y="4052648"/>
            <a:ext cx="3311824" cy="72000"/>
          </a:xfrm>
          <a:prstGeom prst="rect">
            <a:avLst/>
          </a:prstGeom>
          <a:solidFill>
            <a:srgbClr val="DB5C4D"/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90" name="矩形 5"/>
          <p:cNvSpPr/>
          <p:nvPr/>
        </p:nvSpPr>
        <p:spPr>
          <a:xfrm rot="0" flipH="false" flipV="false">
            <a:off x="6582064" y="3965818"/>
            <a:ext cx="2771775" cy="70802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DB5C4D">
                    <a:alpha val="100000"/>
                  </a:srgbClr>
                </a:solidFill>
                <a:latin typeface="Microsoft YaHei"/>
                <a:ea typeface="Microsoft YaHei"/>
              </a:rPr>
              <a:t>顾客醉酒闹事</a:t>
            </a:r>
            <a:endParaRPr/>
          </a:p>
        </p:txBody>
      </p:sp>
      <p:sp>
        <p:nvSpPr>
          <p:cNvPr id="291" name="矩形 7"/>
          <p:cNvSpPr/>
          <p:nvPr/>
        </p:nvSpPr>
        <p:spPr>
          <a:xfrm>
            <a:off x="2568024" y="4052648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92" name="矩形 8"/>
          <p:cNvSpPr/>
          <p:nvPr/>
        </p:nvSpPr>
        <p:spPr>
          <a:xfrm>
            <a:off x="2568024" y="4052648"/>
            <a:ext cx="3311824" cy="72000"/>
          </a:xfrm>
          <a:prstGeom prst="rect">
            <a:avLst/>
          </a:prstGeom>
          <a:solidFill>
            <a:srgbClr val="D44434"/>
          </a:solidFill>
          <a:ln w="12700">
            <a:noFill/>
            <a:prstDash val="solid"/>
            <a:miter lim="800000"/>
            <a:extLst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false" fromWordArt="false" anchor="ctr" anchorCtr="false" forceAA="false" compatLnSpc="true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Microsoft YaHei"/>
              <a:ea typeface="Microsoft YaHei"/>
            </a:endParaRPr>
          </a:p>
        </p:txBody>
      </p:sp>
      <p:sp>
        <p:nvSpPr>
          <p:cNvPr id="293" name="矩形 17"/>
          <p:cNvSpPr/>
          <p:nvPr/>
        </p:nvSpPr>
        <p:spPr>
          <a:xfrm rot="0" flipH="false" flipV="false">
            <a:off x="2813775" y="3965818"/>
            <a:ext cx="2771775" cy="708025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b" anchorCtr="false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D44434">
                    <a:alpha val="100000"/>
                  </a:srgbClr>
                </a:solidFill>
                <a:latin typeface="Microsoft YaHei"/>
                <a:ea typeface="Microsoft YaHei"/>
              </a:rPr>
              <a:t>商家</a:t>
            </a:r>
            <a:r>
              <a:rPr lang="en-US" sz="2000" b="true">
                <a:solidFill>
                  <a:srgbClr val="D44434">
                    <a:alpha val="100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2000" b="true">
                <a:solidFill>
                  <a:srgbClr val="D44434">
                    <a:alpha val="100000"/>
                  </a:srgbClr>
                </a:solidFill>
                <a:latin typeface="Microsoft YaHei"/>
                <a:ea typeface="Microsoft YaHei"/>
              </a:rPr>
              <a:t>店员</a:t>
            </a:r>
            <a:endParaRPr/>
          </a:p>
        </p:txBody>
      </p:sp>
      <p:sp>
        <p:nvSpPr>
          <p:cNvPr id="294" name="矩形 35"/>
          <p:cNvSpPr/>
          <p:nvPr/>
        </p:nvSpPr>
        <p:spPr>
          <a:xfrm rot="0" flipH="false" flipV="false">
            <a:off x="2690900" y="4706452"/>
            <a:ext cx="3066073" cy="123146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t" anchorCtr="false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非普通顾客身份的人员进入店铺，如商家或店员等，需核实其身份。
</a:t>
            </a:r>
            <a:r>
              <a:rPr lang="zh-CN" sz="1200" b="true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直接转接二线客服，由二线核实其身份后进行后续处理。</a:t>
            </a:r>
            <a:endParaRPr/>
          </a:p>
        </p:txBody>
      </p:sp>
      <p:sp>
        <p:nvSpPr>
          <p:cNvPr id="295" name="矩形 36"/>
          <p:cNvSpPr/>
          <p:nvPr/>
        </p:nvSpPr>
        <p:spPr>
          <a:xfrm rot="0" flipH="false" flipV="false">
            <a:off x="6581839" y="4673843"/>
            <a:ext cx="2772000" cy="1231463"/>
          </a:xfrm>
          <a:prstGeom prst="rect">
            <a:avLst/>
          </a:prstGeom>
          <a:noFill/>
          <a:ln>
            <a:extLst/>
          </a:ln>
        </p:spPr>
        <p:txBody>
          <a:bodyPr wrap="square" lIns="0" tIns="0" rIns="0" bIns="0" rtlCol="false" anchor="t" anchorCtr="false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顾客在醉酒状态下进入店铺并出现言语冲突、破坏物品等扰乱正常经营秩序的行为。
</a:t>
            </a:r>
            <a:r>
              <a:rPr lang="zh-CN" sz="1200" b="true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备注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</a:rPr>
              <a:t>转接二线客服处理</a:t>
            </a:r>
            <a:endParaRPr/>
          </a:p>
        </p:txBody>
      </p:sp>
      <p:sp>
        <p:nvSpPr>
          <p:cNvPr id="296" name="矩形 33"/>
          <p:cNvSpPr/>
          <p:nvPr/>
        </p:nvSpPr>
        <p:spPr>
          <a:xfrm>
            <a:off x="4744394" y="5663709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false" anchor="ctr">
            <a:normAutofit fontScale="100000"/>
          </a:bodyPr>
          <a:lstStyle/>
          <a:p>
            <a:pPr marL="0" algn="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true">
                <a:solidFill>
                  <a:srgbClr val="D44434">
                    <a:alpha val="50000"/>
                  </a:srgbClr>
                </a:solidFill>
                <a:latin typeface="Microsoft YaHei"/>
                <a:ea typeface="Microsoft YaHei"/>
              </a:rPr>
              <a:t>04</a:t>
            </a:r>
            <a:endParaRPr lang="en-US" sz="2800" b="true">
              <a:solidFill>
                <a:srgbClr val="D44434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297" name="矩形 34"/>
          <p:cNvSpPr/>
          <p:nvPr/>
        </p:nvSpPr>
        <p:spPr>
          <a:xfrm>
            <a:off x="8533003" y="5663709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false" anchor="ctr">
            <a:normAutofit fontScale="100000"/>
          </a:bodyPr>
          <a:lstStyle/>
          <a:p>
            <a:pPr marL="0" algn="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true">
                <a:solidFill>
                  <a:srgbClr val="DB5C4D">
                    <a:alpha val="50000"/>
                  </a:srgbClr>
                </a:solidFill>
                <a:latin typeface="Microsoft YaHei"/>
                <a:ea typeface="Microsoft YaHei"/>
              </a:rPr>
              <a:t>05</a:t>
            </a:r>
            <a:endParaRPr lang="en-US" sz="2800" b="true">
              <a:solidFill>
                <a:srgbClr val="DB5C4D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298" name="矩形 30"/>
          <p:cNvSpPr/>
          <p:nvPr/>
        </p:nvSpPr>
        <p:spPr>
          <a:xfrm>
            <a:off x="10394907" y="3072625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false" anchor="ctr">
            <a:normAutofit fontScale="100000"/>
          </a:bodyPr>
          <a:lstStyle/>
          <a:p>
            <a:pPr marL="0" algn="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true">
                <a:solidFill>
                  <a:srgbClr val="D50102">
                    <a:alpha val="50000"/>
                  </a:srgbClr>
                </a:solidFill>
                <a:latin typeface="Microsoft YaHei"/>
                <a:ea typeface="Microsoft YaHei"/>
              </a:rPr>
              <a:t>03</a:t>
            </a:r>
            <a:endParaRPr lang="en-US" sz="2800" b="true">
              <a:solidFill>
                <a:srgbClr val="D50102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299" name="矩形 31"/>
          <p:cNvSpPr/>
          <p:nvPr/>
        </p:nvSpPr>
        <p:spPr>
          <a:xfrm>
            <a:off x="2901272" y="3071821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false" anchor="ctr">
            <a:normAutofit fontScale="100000"/>
          </a:bodyPr>
          <a:lstStyle/>
          <a:p>
            <a:pPr marL="0" algn="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true">
                <a:solidFill>
                  <a:srgbClr val="B70000">
                    <a:alpha val="50000"/>
                  </a:srgbClr>
                </a:solidFill>
                <a:latin typeface="Microsoft YaHei"/>
                <a:ea typeface="Microsoft YaHei"/>
              </a:rPr>
              <a:t>01</a:t>
            </a:r>
            <a:endParaRPr lang="en-US" sz="2800" b="true">
              <a:solidFill>
                <a:srgbClr val="B70000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300" name="矩形 32"/>
          <p:cNvSpPr/>
          <p:nvPr/>
        </p:nvSpPr>
        <p:spPr>
          <a:xfrm>
            <a:off x="6655277" y="3071821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  <a:extLst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false" anchor="ctr">
            <a:normAutofit fontScale="100000"/>
          </a:bodyPr>
          <a:lstStyle/>
          <a:p>
            <a:pPr marL="0" algn="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true">
                <a:solidFill>
                  <a:srgbClr val="C30000">
                    <a:alpha val="50000"/>
                  </a:srgbClr>
                </a:solidFill>
                <a:latin typeface="Microsoft YaHei"/>
                <a:ea typeface="Microsoft YaHei"/>
              </a:rPr>
              <a:t>02</a:t>
            </a:r>
            <a:endParaRPr lang="en-US" sz="2800" b="true">
              <a:solidFill>
                <a:srgbClr val="C30000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3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4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5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6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7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8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9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10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经典宋体">
      <a:majorFont>
        <a:latin typeface="宋体"/>
        <a:ea typeface="宋体"/>
        <a:cs typeface=""/>
      </a:majorFont>
      <a:minorFont>
        <a:latin typeface="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11.xml><?xml version="1.0" encoding="utf-8"?>
<a:theme xmlns:a="http://schemas.openxmlformats.org/drawingml/2006/main" name="企业微信">
  <a:themeElements>
    <a:clrScheme name="WPS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12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13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14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15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3B0F0D"/>
      </a:dk2>
      <a:lt2>
        <a:srgbClr val="FCF5F2"/>
      </a:lt2>
      <a:accent1>
        <a:srgbClr val="C32E24"/>
      </a:accent1>
      <a:accent2>
        <a:srgbClr val="D8572A"/>
      </a:accent2>
      <a:accent3>
        <a:srgbClr val="DB7C23"/>
      </a:accent3>
      <a:accent4>
        <a:srgbClr val="CE6B45"/>
      </a:accent4>
      <a:accent5>
        <a:srgbClr val="970707"/>
      </a:accent5>
      <a:accent6>
        <a:srgbClr val="F7B535"/>
      </a:accent6>
      <a:hlink>
        <a:srgbClr val="304FFE"/>
      </a:hlink>
      <a:folHlink>
        <a:srgbClr val="492067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2026-04-20T15:30:29Z</dcterms:created>
  <dcterms:modified xsi:type="dcterms:W3CDTF">2026-04-20T15:30:29Z</dcterms:modified>
</cp:coreProperties>
</file>